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39"/>
  </p:notesMasterIdLst>
  <p:sldIdLst>
    <p:sldId id="267" r:id="rId5"/>
    <p:sldId id="256" r:id="rId6"/>
    <p:sldId id="257" r:id="rId7"/>
    <p:sldId id="258" r:id="rId8"/>
    <p:sldId id="259" r:id="rId9"/>
    <p:sldId id="294" r:id="rId10"/>
    <p:sldId id="260" r:id="rId11"/>
    <p:sldId id="290" r:id="rId12"/>
    <p:sldId id="262" r:id="rId13"/>
    <p:sldId id="266" r:id="rId14"/>
    <p:sldId id="265" r:id="rId15"/>
    <p:sldId id="268" r:id="rId16"/>
    <p:sldId id="269" r:id="rId17"/>
    <p:sldId id="293" r:id="rId18"/>
    <p:sldId id="292" r:id="rId19"/>
    <p:sldId id="272" r:id="rId20"/>
    <p:sldId id="261" r:id="rId21"/>
    <p:sldId id="291" r:id="rId22"/>
    <p:sldId id="280" r:id="rId23"/>
    <p:sldId id="273" r:id="rId24"/>
    <p:sldId id="279" r:id="rId25"/>
    <p:sldId id="275" r:id="rId26"/>
    <p:sldId id="276" r:id="rId27"/>
    <p:sldId id="277" r:id="rId28"/>
    <p:sldId id="278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A2B4A"/>
    <a:srgbClr val="F59E0B"/>
    <a:srgbClr val="7C3AED"/>
    <a:srgbClr val="CBD5E1"/>
    <a:srgbClr val="B7D4E7"/>
    <a:srgbClr val="0D948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5A30DB7-7ABA-43B9-A690-EF71D7BC628A}" v="57" dt="2026-05-04T09:59:17.4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presProps" Target="presProps.xml"/><Relationship Id="rId45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4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bricio Nicolas Biava" userId="87b9ce89-290c-4641-a7db-2b4d0cf43e27" providerId="ADAL" clId="{C74B0964-C9AB-4779-AA0C-690AC690AE2F}"/>
    <pc:docChg chg="undo custSel addSld delSld modSld sldOrd">
      <pc:chgData name="Fabricio Nicolas Biava" userId="87b9ce89-290c-4641-a7db-2b4d0cf43e27" providerId="ADAL" clId="{C74B0964-C9AB-4779-AA0C-690AC690AE2F}" dt="2026-05-04T09:20:29.899" v="792" actId="478"/>
      <pc:docMkLst>
        <pc:docMk/>
      </pc:docMkLst>
      <pc:sldChg chg="ord">
        <pc:chgData name="Fabricio Nicolas Biava" userId="87b9ce89-290c-4641-a7db-2b4d0cf43e27" providerId="ADAL" clId="{C74B0964-C9AB-4779-AA0C-690AC690AE2F}" dt="2026-04-30T12:31:15.788" v="131"/>
        <pc:sldMkLst>
          <pc:docMk/>
          <pc:sldMk cId="0" sldId="261"/>
        </pc:sldMkLst>
      </pc:sldChg>
      <pc:sldChg chg="addSp delSp modSp mod">
        <pc:chgData name="Fabricio Nicolas Biava" userId="87b9ce89-290c-4641-a7db-2b4d0cf43e27" providerId="ADAL" clId="{C74B0964-C9AB-4779-AA0C-690AC690AE2F}" dt="2026-05-04T09:20:29.899" v="792" actId="478"/>
        <pc:sldMkLst>
          <pc:docMk/>
          <pc:sldMk cId="0" sldId="262"/>
        </pc:sldMkLst>
        <pc:spChg chg="mod">
          <ac:chgData name="Fabricio Nicolas Biava" userId="87b9ce89-290c-4641-a7db-2b4d0cf43e27" providerId="ADAL" clId="{C74B0964-C9AB-4779-AA0C-690AC690AE2F}" dt="2026-04-30T13:02:04.128" v="675" actId="1076"/>
          <ac:spMkLst>
            <pc:docMk/>
            <pc:sldMk cId="0" sldId="262"/>
            <ac:spMk id="2" creationId="{00000000-0000-0000-0000-000000000000}"/>
          </ac:spMkLst>
        </pc:spChg>
        <pc:spChg chg="mod">
          <ac:chgData name="Fabricio Nicolas Biava" userId="87b9ce89-290c-4641-a7db-2b4d0cf43e27" providerId="ADAL" clId="{C74B0964-C9AB-4779-AA0C-690AC690AE2F}" dt="2026-05-04T09:20:21.314" v="790" actId="20577"/>
          <ac:spMkLst>
            <pc:docMk/>
            <pc:sldMk cId="0" sldId="262"/>
            <ac:spMk id="3" creationId="{00000000-0000-0000-0000-000000000000}"/>
          </ac:spMkLst>
        </pc:spChg>
        <pc:spChg chg="add mod">
          <ac:chgData name="Fabricio Nicolas Biava" userId="87b9ce89-290c-4641-a7db-2b4d0cf43e27" providerId="ADAL" clId="{C74B0964-C9AB-4779-AA0C-690AC690AE2F}" dt="2026-04-30T12:54:27.369" v="593" actId="1076"/>
          <ac:spMkLst>
            <pc:docMk/>
            <pc:sldMk cId="0" sldId="262"/>
            <ac:spMk id="9" creationId="{EAA2D9A9-7F21-E6A3-17D5-123E18E2E161}"/>
          </ac:spMkLst>
        </pc:spChg>
        <pc:spChg chg="add mod">
          <ac:chgData name="Fabricio Nicolas Biava" userId="87b9ce89-290c-4641-a7db-2b4d0cf43e27" providerId="ADAL" clId="{C74B0964-C9AB-4779-AA0C-690AC690AE2F}" dt="2026-04-30T12:39:44.260" v="145" actId="1076"/>
          <ac:spMkLst>
            <pc:docMk/>
            <pc:sldMk cId="0" sldId="262"/>
            <ac:spMk id="10" creationId="{70145C1D-0CF6-9877-9A7E-8E3D4D272A68}"/>
          </ac:spMkLst>
        </pc:spChg>
        <pc:spChg chg="add mod">
          <ac:chgData name="Fabricio Nicolas Biava" userId="87b9ce89-290c-4641-a7db-2b4d0cf43e27" providerId="ADAL" clId="{C74B0964-C9AB-4779-AA0C-690AC690AE2F}" dt="2026-04-30T12:54:27.369" v="593" actId="1076"/>
          <ac:spMkLst>
            <pc:docMk/>
            <pc:sldMk cId="0" sldId="262"/>
            <ac:spMk id="11" creationId="{5C3CDBEA-9037-9B53-898D-E8E826AEF65C}"/>
          </ac:spMkLst>
        </pc:spChg>
        <pc:spChg chg="add mod">
          <ac:chgData name="Fabricio Nicolas Biava" userId="87b9ce89-290c-4641-a7db-2b4d0cf43e27" providerId="ADAL" clId="{C74B0964-C9AB-4779-AA0C-690AC690AE2F}" dt="2026-04-30T12:54:27.369" v="593" actId="1076"/>
          <ac:spMkLst>
            <pc:docMk/>
            <pc:sldMk cId="0" sldId="262"/>
            <ac:spMk id="12" creationId="{D9DB5478-664C-BF93-8796-771F33D961FD}"/>
          </ac:spMkLst>
        </pc:spChg>
        <pc:spChg chg="add mod">
          <ac:chgData name="Fabricio Nicolas Biava" userId="87b9ce89-290c-4641-a7db-2b4d0cf43e27" providerId="ADAL" clId="{C74B0964-C9AB-4779-AA0C-690AC690AE2F}" dt="2026-04-30T12:41:03.647" v="182" actId="1076"/>
          <ac:spMkLst>
            <pc:docMk/>
            <pc:sldMk cId="0" sldId="262"/>
            <ac:spMk id="13" creationId="{ED58EBD2-5944-E20A-0D2D-BF544F55CFAF}"/>
          </ac:spMkLst>
        </pc:spChg>
        <pc:spChg chg="add mod">
          <ac:chgData name="Fabricio Nicolas Biava" userId="87b9ce89-290c-4641-a7db-2b4d0cf43e27" providerId="ADAL" clId="{C74B0964-C9AB-4779-AA0C-690AC690AE2F}" dt="2026-04-30T12:40:22.260" v="171" actId="20577"/>
          <ac:spMkLst>
            <pc:docMk/>
            <pc:sldMk cId="0" sldId="262"/>
            <ac:spMk id="14" creationId="{C64C95A0-6E3B-D4A8-DDC8-ED4F384369D8}"/>
          </ac:spMkLst>
        </pc:spChg>
        <pc:spChg chg="add mod">
          <ac:chgData name="Fabricio Nicolas Biava" userId="87b9ce89-290c-4641-a7db-2b4d0cf43e27" providerId="ADAL" clId="{C74B0964-C9AB-4779-AA0C-690AC690AE2F}" dt="2026-04-30T12:40:01.364" v="151" actId="1076"/>
          <ac:spMkLst>
            <pc:docMk/>
            <pc:sldMk cId="0" sldId="262"/>
            <ac:spMk id="15" creationId="{63E533C0-B036-BA4A-2EB7-9DE71E6B310B}"/>
          </ac:spMkLst>
        </pc:spChg>
        <pc:spChg chg="add mod">
          <ac:chgData name="Fabricio Nicolas Biava" userId="87b9ce89-290c-4641-a7db-2b4d0cf43e27" providerId="ADAL" clId="{C74B0964-C9AB-4779-AA0C-690AC690AE2F}" dt="2026-04-30T12:40:26.172" v="177" actId="20577"/>
          <ac:spMkLst>
            <pc:docMk/>
            <pc:sldMk cId="0" sldId="262"/>
            <ac:spMk id="16" creationId="{FBCCD820-EDC2-9651-BC2D-DCB5AA022C41}"/>
          </ac:spMkLst>
        </pc:spChg>
        <pc:spChg chg="add mod">
          <ac:chgData name="Fabricio Nicolas Biava" userId="87b9ce89-290c-4641-a7db-2b4d0cf43e27" providerId="ADAL" clId="{C74B0964-C9AB-4779-AA0C-690AC690AE2F}" dt="2026-04-30T12:44:59.189" v="315" actId="1076"/>
          <ac:spMkLst>
            <pc:docMk/>
            <pc:sldMk cId="0" sldId="262"/>
            <ac:spMk id="17" creationId="{F38F1AE4-FE80-50DC-6B34-BFB8D3E937BE}"/>
          </ac:spMkLst>
        </pc:spChg>
        <pc:spChg chg="add mod">
          <ac:chgData name="Fabricio Nicolas Biava" userId="87b9ce89-290c-4641-a7db-2b4d0cf43e27" providerId="ADAL" clId="{C74B0964-C9AB-4779-AA0C-690AC690AE2F}" dt="2026-04-30T12:48:42.582" v="413" actId="1035"/>
          <ac:spMkLst>
            <pc:docMk/>
            <pc:sldMk cId="0" sldId="262"/>
            <ac:spMk id="18" creationId="{2D348863-2039-CA72-7A1F-1785552E3A99}"/>
          </ac:spMkLst>
        </pc:spChg>
        <pc:spChg chg="add mod">
          <ac:chgData name="Fabricio Nicolas Biava" userId="87b9ce89-290c-4641-a7db-2b4d0cf43e27" providerId="ADAL" clId="{C74B0964-C9AB-4779-AA0C-690AC690AE2F}" dt="2026-04-30T12:44:59.189" v="315" actId="1076"/>
          <ac:spMkLst>
            <pc:docMk/>
            <pc:sldMk cId="0" sldId="262"/>
            <ac:spMk id="19" creationId="{7B8CF7AA-50A4-EBFA-8C8B-F3B76EC95745}"/>
          </ac:spMkLst>
        </pc:spChg>
        <pc:spChg chg="add mod">
          <ac:chgData name="Fabricio Nicolas Biava" userId="87b9ce89-290c-4641-a7db-2b4d0cf43e27" providerId="ADAL" clId="{C74B0964-C9AB-4779-AA0C-690AC690AE2F}" dt="2026-04-30T12:44:59.189" v="315" actId="1076"/>
          <ac:spMkLst>
            <pc:docMk/>
            <pc:sldMk cId="0" sldId="262"/>
            <ac:spMk id="20" creationId="{B219205D-CF02-C30F-D4D0-9418FD0C214A}"/>
          </ac:spMkLst>
        </pc:spChg>
        <pc:spChg chg="add mod">
          <ac:chgData name="Fabricio Nicolas Biava" userId="87b9ce89-290c-4641-a7db-2b4d0cf43e27" providerId="ADAL" clId="{C74B0964-C9AB-4779-AA0C-690AC690AE2F}" dt="2026-04-30T12:44:59.189" v="315" actId="1076"/>
          <ac:spMkLst>
            <pc:docMk/>
            <pc:sldMk cId="0" sldId="262"/>
            <ac:spMk id="21" creationId="{00ECCB4E-E38B-F84D-0EBF-C1FE23832056}"/>
          </ac:spMkLst>
        </pc:spChg>
        <pc:spChg chg="add mod">
          <ac:chgData name="Fabricio Nicolas Biava" userId="87b9ce89-290c-4641-a7db-2b4d0cf43e27" providerId="ADAL" clId="{C74B0964-C9AB-4779-AA0C-690AC690AE2F}" dt="2026-04-30T13:03:52.534" v="711" actId="1037"/>
          <ac:spMkLst>
            <pc:docMk/>
            <pc:sldMk cId="0" sldId="262"/>
            <ac:spMk id="22" creationId="{C476FB85-AD1B-FBA4-2726-8E9FDCB4B089}"/>
          </ac:spMkLst>
        </pc:spChg>
        <pc:spChg chg="add mod">
          <ac:chgData name="Fabricio Nicolas Biava" userId="87b9ce89-290c-4641-a7db-2b4d0cf43e27" providerId="ADAL" clId="{C74B0964-C9AB-4779-AA0C-690AC690AE2F}" dt="2026-04-30T12:44:59.189" v="315" actId="1076"/>
          <ac:spMkLst>
            <pc:docMk/>
            <pc:sldMk cId="0" sldId="262"/>
            <ac:spMk id="23" creationId="{F4F2D6ED-58F1-8BB8-18A6-404FC1DFF1B1}"/>
          </ac:spMkLst>
        </pc:spChg>
        <pc:spChg chg="add mod">
          <ac:chgData name="Fabricio Nicolas Biava" userId="87b9ce89-290c-4641-a7db-2b4d0cf43e27" providerId="ADAL" clId="{C74B0964-C9AB-4779-AA0C-690AC690AE2F}" dt="2026-04-30T12:44:59.189" v="315" actId="1076"/>
          <ac:spMkLst>
            <pc:docMk/>
            <pc:sldMk cId="0" sldId="262"/>
            <ac:spMk id="24" creationId="{B28F30C3-F4EB-D52E-BEC4-11D744690D19}"/>
          </ac:spMkLst>
        </pc:spChg>
        <pc:spChg chg="add mod">
          <ac:chgData name="Fabricio Nicolas Biava" userId="87b9ce89-290c-4641-a7db-2b4d0cf43e27" providerId="ADAL" clId="{C74B0964-C9AB-4779-AA0C-690AC690AE2F}" dt="2026-04-30T12:49:44.576" v="428" actId="552"/>
          <ac:spMkLst>
            <pc:docMk/>
            <pc:sldMk cId="0" sldId="262"/>
            <ac:spMk id="25" creationId="{AA10212B-2CDC-4460-CAAC-D62A1A70FFD0}"/>
          </ac:spMkLst>
        </pc:spChg>
        <pc:spChg chg="add mod">
          <ac:chgData name="Fabricio Nicolas Biava" userId="87b9ce89-290c-4641-a7db-2b4d0cf43e27" providerId="ADAL" clId="{C74B0964-C9AB-4779-AA0C-690AC690AE2F}" dt="2026-04-30T12:48:42.582" v="413" actId="1035"/>
          <ac:spMkLst>
            <pc:docMk/>
            <pc:sldMk cId="0" sldId="262"/>
            <ac:spMk id="26" creationId="{DD04C722-9425-D6C9-C16E-B0EA1DFE6EE8}"/>
          </ac:spMkLst>
        </pc:spChg>
        <pc:spChg chg="add mod">
          <ac:chgData name="Fabricio Nicolas Biava" userId="87b9ce89-290c-4641-a7db-2b4d0cf43e27" providerId="ADAL" clId="{C74B0964-C9AB-4779-AA0C-690AC690AE2F}" dt="2026-04-30T12:49:44.576" v="428" actId="552"/>
          <ac:spMkLst>
            <pc:docMk/>
            <pc:sldMk cId="0" sldId="262"/>
            <ac:spMk id="27" creationId="{41F1C2F7-860B-ADFE-EBD6-A03996A3C91A}"/>
          </ac:spMkLst>
        </pc:spChg>
        <pc:spChg chg="add mod">
          <ac:chgData name="Fabricio Nicolas Biava" userId="87b9ce89-290c-4641-a7db-2b4d0cf43e27" providerId="ADAL" clId="{C74B0964-C9AB-4779-AA0C-690AC690AE2F}" dt="2026-04-30T12:47:44.645" v="354" actId="108"/>
          <ac:spMkLst>
            <pc:docMk/>
            <pc:sldMk cId="0" sldId="262"/>
            <ac:spMk id="28" creationId="{CDE618C6-B095-A6D3-D5EC-B07F15CA6349}"/>
          </ac:spMkLst>
        </pc:spChg>
        <pc:spChg chg="add mod">
          <ac:chgData name="Fabricio Nicolas Biava" userId="87b9ce89-290c-4641-a7db-2b4d0cf43e27" providerId="ADAL" clId="{C74B0964-C9AB-4779-AA0C-690AC690AE2F}" dt="2026-04-30T12:49:44.576" v="428" actId="552"/>
          <ac:spMkLst>
            <pc:docMk/>
            <pc:sldMk cId="0" sldId="262"/>
            <ac:spMk id="29" creationId="{2EECD453-31C6-B82B-440B-B423BCDA8D98}"/>
          </ac:spMkLst>
        </pc:spChg>
        <pc:spChg chg="add mod">
          <ac:chgData name="Fabricio Nicolas Biava" userId="87b9ce89-290c-4641-a7db-2b4d0cf43e27" providerId="ADAL" clId="{C74B0964-C9AB-4779-AA0C-690AC690AE2F}" dt="2026-04-30T12:47:48.412" v="355" actId="108"/>
          <ac:spMkLst>
            <pc:docMk/>
            <pc:sldMk cId="0" sldId="262"/>
            <ac:spMk id="30" creationId="{06D5F71A-90CC-3746-0909-352196725981}"/>
          </ac:spMkLst>
        </pc:spChg>
        <pc:spChg chg="add mod">
          <ac:chgData name="Fabricio Nicolas Biava" userId="87b9ce89-290c-4641-a7db-2b4d0cf43e27" providerId="ADAL" clId="{C74B0964-C9AB-4779-AA0C-690AC690AE2F}" dt="2026-05-04T09:15:05.385" v="712" actId="13926"/>
          <ac:spMkLst>
            <pc:docMk/>
            <pc:sldMk cId="0" sldId="262"/>
            <ac:spMk id="31" creationId="{F0CF3E13-C5E1-0A0E-D992-10009745CB78}"/>
          </ac:spMkLst>
        </pc:spChg>
        <pc:spChg chg="add mod">
          <ac:chgData name="Fabricio Nicolas Biava" userId="87b9ce89-290c-4641-a7db-2b4d0cf43e27" providerId="ADAL" clId="{C74B0964-C9AB-4779-AA0C-690AC690AE2F}" dt="2026-04-30T12:54:27.369" v="593" actId="1076"/>
          <ac:spMkLst>
            <pc:docMk/>
            <pc:sldMk cId="0" sldId="262"/>
            <ac:spMk id="32" creationId="{08B81BE5-114A-8E15-A052-7B434E446EC5}"/>
          </ac:spMkLst>
        </pc:spChg>
        <pc:spChg chg="add mod">
          <ac:chgData name="Fabricio Nicolas Biava" userId="87b9ce89-290c-4641-a7db-2b4d0cf43e27" providerId="ADAL" clId="{C74B0964-C9AB-4779-AA0C-690AC690AE2F}" dt="2026-04-30T12:49:57.370" v="429" actId="108"/>
          <ac:spMkLst>
            <pc:docMk/>
            <pc:sldMk cId="0" sldId="262"/>
            <ac:spMk id="34" creationId="{3F7B8D98-714B-37A4-1501-A265B8F2615A}"/>
          </ac:spMkLst>
        </pc:spChg>
        <pc:spChg chg="add mod">
          <ac:chgData name="Fabricio Nicolas Biava" userId="87b9ce89-290c-4641-a7db-2b4d0cf43e27" providerId="ADAL" clId="{C74B0964-C9AB-4779-AA0C-690AC690AE2F}" dt="2026-04-30T12:47:10.351" v="344" actId="255"/>
          <ac:spMkLst>
            <pc:docMk/>
            <pc:sldMk cId="0" sldId="262"/>
            <ac:spMk id="37" creationId="{F5770375-E4ED-37A8-4EE0-C18A5D8BB1D4}"/>
          </ac:spMkLst>
        </pc:spChg>
        <pc:spChg chg="add mod">
          <ac:chgData name="Fabricio Nicolas Biava" userId="87b9ce89-290c-4641-a7db-2b4d0cf43e27" providerId="ADAL" clId="{C74B0964-C9AB-4779-AA0C-690AC690AE2F}" dt="2026-04-30T12:54:27.369" v="593" actId="1076"/>
          <ac:spMkLst>
            <pc:docMk/>
            <pc:sldMk cId="0" sldId="262"/>
            <ac:spMk id="41" creationId="{F2CAB631-483A-39F1-82DE-89AF3FDBDC69}"/>
          </ac:spMkLst>
        </pc:spChg>
        <pc:spChg chg="add mod">
          <ac:chgData name="Fabricio Nicolas Biava" userId="87b9ce89-290c-4641-a7db-2b4d0cf43e27" providerId="ADAL" clId="{C74B0964-C9AB-4779-AA0C-690AC690AE2F}" dt="2026-04-30T12:54:27.369" v="593" actId="1076"/>
          <ac:spMkLst>
            <pc:docMk/>
            <pc:sldMk cId="0" sldId="262"/>
            <ac:spMk id="42" creationId="{F5E87E1F-B511-5836-FD65-850A25CB1F5A}"/>
          </ac:spMkLst>
        </pc:spChg>
        <pc:spChg chg="add mod">
          <ac:chgData name="Fabricio Nicolas Biava" userId="87b9ce89-290c-4641-a7db-2b4d0cf43e27" providerId="ADAL" clId="{C74B0964-C9AB-4779-AA0C-690AC690AE2F}" dt="2026-04-30T13:00:07.768" v="622" actId="1076"/>
          <ac:spMkLst>
            <pc:docMk/>
            <pc:sldMk cId="0" sldId="262"/>
            <ac:spMk id="48" creationId="{1A36BE95-9FF2-B26B-3D8C-31CCE83430FE}"/>
          </ac:spMkLst>
        </pc:spChg>
        <pc:spChg chg="add mod">
          <ac:chgData name="Fabricio Nicolas Biava" userId="87b9ce89-290c-4641-a7db-2b4d0cf43e27" providerId="ADAL" clId="{C74B0964-C9AB-4779-AA0C-690AC690AE2F}" dt="2026-04-30T13:00:13.397" v="623" actId="1076"/>
          <ac:spMkLst>
            <pc:docMk/>
            <pc:sldMk cId="0" sldId="262"/>
            <ac:spMk id="49" creationId="{85BE7D27-1082-5F4D-F626-C230B3A47141}"/>
          </ac:spMkLst>
        </pc:spChg>
        <pc:spChg chg="add mod">
          <ac:chgData name="Fabricio Nicolas Biava" userId="87b9ce89-290c-4641-a7db-2b4d0cf43e27" providerId="ADAL" clId="{C74B0964-C9AB-4779-AA0C-690AC690AE2F}" dt="2026-04-30T12:53:54.116" v="580" actId="1036"/>
          <ac:spMkLst>
            <pc:docMk/>
            <pc:sldMk cId="0" sldId="262"/>
            <ac:spMk id="51" creationId="{D5FF3856-49B6-8765-CFFE-D35EF37D84F2}"/>
          </ac:spMkLst>
        </pc:spChg>
        <pc:spChg chg="add mod">
          <ac:chgData name="Fabricio Nicolas Biava" userId="87b9ce89-290c-4641-a7db-2b4d0cf43e27" providerId="ADAL" clId="{C74B0964-C9AB-4779-AA0C-690AC690AE2F}" dt="2026-04-30T12:54:27.369" v="593" actId="1076"/>
          <ac:spMkLst>
            <pc:docMk/>
            <pc:sldMk cId="0" sldId="262"/>
            <ac:spMk id="52" creationId="{F352DD11-8BE6-ED27-3D36-2735C79C33DA}"/>
          </ac:spMkLst>
        </pc:spChg>
        <pc:spChg chg="add mod">
          <ac:chgData name="Fabricio Nicolas Biava" userId="87b9ce89-290c-4641-a7db-2b4d0cf43e27" providerId="ADAL" clId="{C74B0964-C9AB-4779-AA0C-690AC690AE2F}" dt="2026-04-30T12:53:42.239" v="557" actId="1038"/>
          <ac:spMkLst>
            <pc:docMk/>
            <pc:sldMk cId="0" sldId="262"/>
            <ac:spMk id="53" creationId="{7718530B-3E9E-F894-EE7D-EC968DCA0511}"/>
          </ac:spMkLst>
        </pc:spChg>
        <pc:spChg chg="add mod">
          <ac:chgData name="Fabricio Nicolas Biava" userId="87b9ce89-290c-4641-a7db-2b4d0cf43e27" providerId="ADAL" clId="{C74B0964-C9AB-4779-AA0C-690AC690AE2F}" dt="2026-04-30T12:53:42.239" v="557" actId="1038"/>
          <ac:spMkLst>
            <pc:docMk/>
            <pc:sldMk cId="0" sldId="262"/>
            <ac:spMk id="54" creationId="{E7E1AB38-A13B-E59F-2C9F-C1D4304948E3}"/>
          </ac:spMkLst>
        </pc:spChg>
        <pc:spChg chg="add mod">
          <ac:chgData name="Fabricio Nicolas Biava" userId="87b9ce89-290c-4641-a7db-2b4d0cf43e27" providerId="ADAL" clId="{C74B0964-C9AB-4779-AA0C-690AC690AE2F}" dt="2026-05-04T09:19:59.686" v="759" actId="14100"/>
          <ac:spMkLst>
            <pc:docMk/>
            <pc:sldMk cId="0" sldId="262"/>
            <ac:spMk id="64" creationId="{E2B5355A-1870-3F40-C31D-B68410BD8F6C}"/>
          </ac:spMkLst>
        </pc:spChg>
        <pc:spChg chg="add mod">
          <ac:chgData name="Fabricio Nicolas Biava" userId="87b9ce89-290c-4641-a7db-2b4d0cf43e27" providerId="ADAL" clId="{C74B0964-C9AB-4779-AA0C-690AC690AE2F}" dt="2026-05-04T09:20:25.644" v="791" actId="20577"/>
          <ac:spMkLst>
            <pc:docMk/>
            <pc:sldMk cId="0" sldId="262"/>
            <ac:spMk id="66" creationId="{BC326AEF-0630-0650-163F-6742A877DB67}"/>
          </ac:spMkLst>
        </pc:spChg>
        <pc:spChg chg="add mod">
          <ac:chgData name="Fabricio Nicolas Biava" userId="87b9ce89-290c-4641-a7db-2b4d0cf43e27" providerId="ADAL" clId="{C74B0964-C9AB-4779-AA0C-690AC690AE2F}" dt="2026-04-30T13:03:44.563" v="705" actId="552"/>
          <ac:spMkLst>
            <pc:docMk/>
            <pc:sldMk cId="0" sldId="262"/>
            <ac:spMk id="68" creationId="{D077289F-3F70-7C85-F65B-38A53B251AD0}"/>
          </ac:spMkLst>
        </pc:spChg>
        <pc:spChg chg="add mod">
          <ac:chgData name="Fabricio Nicolas Biava" userId="87b9ce89-290c-4641-a7db-2b4d0cf43e27" providerId="ADAL" clId="{C74B0964-C9AB-4779-AA0C-690AC690AE2F}" dt="2026-04-30T13:03:44.563" v="705" actId="552"/>
          <ac:spMkLst>
            <pc:docMk/>
            <pc:sldMk cId="0" sldId="262"/>
            <ac:spMk id="69" creationId="{B73A4F67-B704-6CB9-A9D4-DB49EDBA1397}"/>
          </ac:spMkLst>
        </pc:spChg>
        <pc:spChg chg="add mod">
          <ac:chgData name="Fabricio Nicolas Biava" userId="87b9ce89-290c-4641-a7db-2b4d0cf43e27" providerId="ADAL" clId="{C74B0964-C9AB-4779-AA0C-690AC690AE2F}" dt="2026-04-30T13:03:44.563" v="705" actId="552"/>
          <ac:spMkLst>
            <pc:docMk/>
            <pc:sldMk cId="0" sldId="262"/>
            <ac:spMk id="70" creationId="{9F22F6F8-C90C-0307-370C-385FD294F3A2}"/>
          </ac:spMkLst>
        </pc:spChg>
        <pc:spChg chg="add mod">
          <ac:chgData name="Fabricio Nicolas Biava" userId="87b9ce89-290c-4641-a7db-2b4d0cf43e27" providerId="ADAL" clId="{C74B0964-C9AB-4779-AA0C-690AC690AE2F}" dt="2026-04-30T13:03:44.563" v="705" actId="552"/>
          <ac:spMkLst>
            <pc:docMk/>
            <pc:sldMk cId="0" sldId="262"/>
            <ac:spMk id="71" creationId="{2DC11A35-A1AF-A7F1-4B50-0F59B76FA27F}"/>
          </ac:spMkLst>
        </pc:spChg>
        <pc:grpChg chg="mod">
          <ac:chgData name="Fabricio Nicolas Biava" userId="87b9ce89-290c-4641-a7db-2b4d0cf43e27" providerId="ADAL" clId="{C74B0964-C9AB-4779-AA0C-690AC690AE2F}" dt="2026-04-30T12:48:56.301" v="419" actId="1038"/>
          <ac:grpSpMkLst>
            <pc:docMk/>
            <pc:sldMk cId="0" sldId="262"/>
            <ac:grpSpMk id="36" creationId="{D8D3F7A3-0AE2-76B5-2C2D-A6F4F28A2665}"/>
          </ac:grpSpMkLst>
        </pc:grpChg>
        <pc:cxnChg chg="add mod">
          <ac:chgData name="Fabricio Nicolas Biava" userId="87b9ce89-290c-4641-a7db-2b4d0cf43e27" providerId="ADAL" clId="{C74B0964-C9AB-4779-AA0C-690AC690AE2F}" dt="2026-04-30T12:44:32.905" v="313" actId="1582"/>
          <ac:cxnSpMkLst>
            <pc:docMk/>
            <pc:sldMk cId="0" sldId="262"/>
            <ac:cxnSpMk id="39" creationId="{4EFDDEC7-F350-C6E2-B72A-7E90521F34E8}"/>
          </ac:cxnSpMkLst>
        </pc:cxnChg>
        <pc:cxnChg chg="add mod">
          <ac:chgData name="Fabricio Nicolas Biava" userId="87b9ce89-290c-4641-a7db-2b4d0cf43e27" providerId="ADAL" clId="{C74B0964-C9AB-4779-AA0C-690AC690AE2F}" dt="2026-04-30T12:45:17.623" v="326" actId="1038"/>
          <ac:cxnSpMkLst>
            <pc:docMk/>
            <pc:sldMk cId="0" sldId="262"/>
            <ac:cxnSpMk id="44" creationId="{94B93945-8136-A777-FC9D-0A69A0935696}"/>
          </ac:cxnSpMkLst>
        </pc:cxnChg>
        <pc:cxnChg chg="add mod">
          <ac:chgData name="Fabricio Nicolas Biava" userId="87b9ce89-290c-4641-a7db-2b4d0cf43e27" providerId="ADAL" clId="{C74B0964-C9AB-4779-AA0C-690AC690AE2F}" dt="2026-04-30T12:45:22.468" v="328" actId="1076"/>
          <ac:cxnSpMkLst>
            <pc:docMk/>
            <pc:sldMk cId="0" sldId="262"/>
            <ac:cxnSpMk id="45" creationId="{C345FC12-72AC-5344-C52A-EB05E0D09DC9}"/>
          </ac:cxnSpMkLst>
        </pc:cxnChg>
        <pc:cxnChg chg="add mod">
          <ac:chgData name="Fabricio Nicolas Biava" userId="87b9ce89-290c-4641-a7db-2b4d0cf43e27" providerId="ADAL" clId="{C74B0964-C9AB-4779-AA0C-690AC690AE2F}" dt="2026-04-30T12:45:26.420" v="330" actId="1076"/>
          <ac:cxnSpMkLst>
            <pc:docMk/>
            <pc:sldMk cId="0" sldId="262"/>
            <ac:cxnSpMk id="46" creationId="{D63B885C-DB3C-9EB3-0791-85292EB58087}"/>
          </ac:cxnSpMkLst>
        </pc:cxnChg>
        <pc:cxnChg chg="add mod">
          <ac:chgData name="Fabricio Nicolas Biava" userId="87b9ce89-290c-4641-a7db-2b4d0cf43e27" providerId="ADAL" clId="{C74B0964-C9AB-4779-AA0C-690AC690AE2F}" dt="2026-04-30T12:45:31.916" v="332" actId="1076"/>
          <ac:cxnSpMkLst>
            <pc:docMk/>
            <pc:sldMk cId="0" sldId="262"/>
            <ac:cxnSpMk id="47" creationId="{C022F815-92E3-16E3-16BA-9EBEB772B09B}"/>
          </ac:cxnSpMkLst>
        </pc:cxnChg>
        <pc:cxnChg chg="add mod">
          <ac:chgData name="Fabricio Nicolas Biava" userId="87b9ce89-290c-4641-a7db-2b4d0cf43e27" providerId="ADAL" clId="{C74B0964-C9AB-4779-AA0C-690AC690AE2F}" dt="2026-04-30T12:53:44.300" v="569" actId="1038"/>
          <ac:cxnSpMkLst>
            <pc:docMk/>
            <pc:sldMk cId="0" sldId="262"/>
            <ac:cxnSpMk id="55" creationId="{94E2E167-1E5D-CFAC-6716-A4B825B124F6}"/>
          </ac:cxnSpMkLst>
        </pc:cxnChg>
        <pc:cxnChg chg="add mod">
          <ac:chgData name="Fabricio Nicolas Biava" userId="87b9ce89-290c-4641-a7db-2b4d0cf43e27" providerId="ADAL" clId="{C74B0964-C9AB-4779-AA0C-690AC690AE2F}" dt="2026-04-30T12:53:49.020" v="571" actId="1076"/>
          <ac:cxnSpMkLst>
            <pc:docMk/>
            <pc:sldMk cId="0" sldId="262"/>
            <ac:cxnSpMk id="56" creationId="{8C6EAB03-0CF3-1E27-ABEA-8A61B50A364C}"/>
          </ac:cxnSpMkLst>
        </pc:cxnChg>
        <pc:cxnChg chg="add mod">
          <ac:chgData name="Fabricio Nicolas Biava" userId="87b9ce89-290c-4641-a7db-2b4d0cf43e27" providerId="ADAL" clId="{C74B0964-C9AB-4779-AA0C-690AC690AE2F}" dt="2026-04-30T12:58:06.436" v="608" actId="14100"/>
          <ac:cxnSpMkLst>
            <pc:docMk/>
            <pc:sldMk cId="0" sldId="262"/>
            <ac:cxnSpMk id="57" creationId="{C1B85368-7BBD-E7A7-4A1F-DA6C3A818AB5}"/>
          </ac:cxnSpMkLst>
        </pc:cxnChg>
        <pc:cxnChg chg="add mod">
          <ac:chgData name="Fabricio Nicolas Biava" userId="87b9ce89-290c-4641-a7db-2b4d0cf43e27" providerId="ADAL" clId="{C74B0964-C9AB-4779-AA0C-690AC690AE2F}" dt="2026-04-30T12:54:13.820" v="590" actId="14100"/>
          <ac:cxnSpMkLst>
            <pc:docMk/>
            <pc:sldMk cId="0" sldId="262"/>
            <ac:cxnSpMk id="59" creationId="{B31E85FA-E8EC-CAB1-819C-F5A5957D08E6}"/>
          </ac:cxnSpMkLst>
        </pc:cxnChg>
        <pc:cxnChg chg="add del mod">
          <ac:chgData name="Fabricio Nicolas Biava" userId="87b9ce89-290c-4641-a7db-2b4d0cf43e27" providerId="ADAL" clId="{C74B0964-C9AB-4779-AA0C-690AC690AE2F}" dt="2026-05-04T09:20:29.899" v="792" actId="478"/>
          <ac:cxnSpMkLst>
            <pc:docMk/>
            <pc:sldMk cId="0" sldId="262"/>
            <ac:cxnSpMk id="67" creationId="{138387E2-2D82-510F-81A1-27EFBC56F8A5}"/>
          </ac:cxnSpMkLst>
        </pc:cxnChg>
      </pc:sldChg>
      <pc:sldChg chg="modSp mod">
        <pc:chgData name="Fabricio Nicolas Biava" userId="87b9ce89-290c-4641-a7db-2b4d0cf43e27" providerId="ADAL" clId="{C74B0964-C9AB-4779-AA0C-690AC690AE2F}" dt="2026-05-04T09:16:13.134" v="756" actId="20577"/>
        <pc:sldMkLst>
          <pc:docMk/>
          <pc:sldMk cId="2690234852" sldId="266"/>
        </pc:sldMkLst>
        <pc:spChg chg="mod">
          <ac:chgData name="Fabricio Nicolas Biava" userId="87b9ce89-290c-4641-a7db-2b4d0cf43e27" providerId="ADAL" clId="{C74B0964-C9AB-4779-AA0C-690AC690AE2F}" dt="2026-05-04T09:16:13.134" v="756" actId="20577"/>
          <ac:spMkLst>
            <pc:docMk/>
            <pc:sldMk cId="2690234852" sldId="266"/>
            <ac:spMk id="15" creationId="{D411D7AB-E55D-E661-39DD-8A351B55D059}"/>
          </ac:spMkLst>
        </pc:spChg>
      </pc:sldChg>
      <pc:sldChg chg="delSp modSp add mod setBg">
        <pc:chgData name="Fabricio Nicolas Biava" userId="87b9ce89-290c-4641-a7db-2b4d0cf43e27" providerId="ADAL" clId="{C74B0964-C9AB-4779-AA0C-690AC690AE2F}" dt="2026-04-30T12:30:17.911" v="128" actId="20577"/>
        <pc:sldMkLst>
          <pc:docMk/>
          <pc:sldMk cId="3102138853" sldId="290"/>
        </pc:sldMkLst>
        <pc:spChg chg="mod">
          <ac:chgData name="Fabricio Nicolas Biava" userId="87b9ce89-290c-4641-a7db-2b4d0cf43e27" providerId="ADAL" clId="{C74B0964-C9AB-4779-AA0C-690AC690AE2F}" dt="2026-04-30T12:30:17.911" v="128" actId="20577"/>
          <ac:spMkLst>
            <pc:docMk/>
            <pc:sldMk cId="3102138853" sldId="290"/>
            <ac:spMk id="3" creationId="{1469893C-E2D7-1113-601B-CB6BB8C78A58}"/>
          </ac:spMkLst>
        </pc:spChg>
        <pc:spChg chg="mod">
          <ac:chgData name="Fabricio Nicolas Biava" userId="87b9ce89-290c-4641-a7db-2b4d0cf43e27" providerId="ADAL" clId="{C74B0964-C9AB-4779-AA0C-690AC690AE2F}" dt="2026-04-30T12:29:34.620" v="87" actId="1076"/>
          <ac:spMkLst>
            <pc:docMk/>
            <pc:sldMk cId="3102138853" sldId="290"/>
            <ac:spMk id="4" creationId="{01FE5F5E-243D-A23F-6907-5EF14C6F2205}"/>
          </ac:spMkLst>
        </pc:spChg>
        <pc:spChg chg="mod">
          <ac:chgData name="Fabricio Nicolas Biava" userId="87b9ce89-290c-4641-a7db-2b4d0cf43e27" providerId="ADAL" clId="{C74B0964-C9AB-4779-AA0C-690AC690AE2F}" dt="2026-04-30T12:29:34.620" v="87" actId="1076"/>
          <ac:spMkLst>
            <pc:docMk/>
            <pc:sldMk cId="3102138853" sldId="290"/>
            <ac:spMk id="5" creationId="{DC87339A-42E4-3ACA-63EF-FF6B29D432CA}"/>
          </ac:spMkLst>
        </pc:spChg>
        <pc:spChg chg="mod">
          <ac:chgData name="Fabricio Nicolas Biava" userId="87b9ce89-290c-4641-a7db-2b4d0cf43e27" providerId="ADAL" clId="{C74B0964-C9AB-4779-AA0C-690AC690AE2F}" dt="2026-04-30T12:29:34.620" v="87" actId="1076"/>
          <ac:spMkLst>
            <pc:docMk/>
            <pc:sldMk cId="3102138853" sldId="290"/>
            <ac:spMk id="6" creationId="{7A7ACDC2-E5F5-3198-6FDE-097396491DFB}"/>
          </ac:spMkLst>
        </pc:spChg>
        <pc:spChg chg="mod">
          <ac:chgData name="Fabricio Nicolas Biava" userId="87b9ce89-290c-4641-a7db-2b4d0cf43e27" providerId="ADAL" clId="{C74B0964-C9AB-4779-AA0C-690AC690AE2F}" dt="2026-04-30T12:26:40.106" v="65" actId="1076"/>
          <ac:spMkLst>
            <pc:docMk/>
            <pc:sldMk cId="3102138853" sldId="290"/>
            <ac:spMk id="7" creationId="{AE7596AE-F165-7CAC-3BC6-71221294C173}"/>
          </ac:spMkLst>
        </pc:spChg>
        <pc:spChg chg="mod">
          <ac:chgData name="Fabricio Nicolas Biava" userId="87b9ce89-290c-4641-a7db-2b4d0cf43e27" providerId="ADAL" clId="{C74B0964-C9AB-4779-AA0C-690AC690AE2F}" dt="2026-04-30T12:29:34.620" v="87" actId="1076"/>
          <ac:spMkLst>
            <pc:docMk/>
            <pc:sldMk cId="3102138853" sldId="290"/>
            <ac:spMk id="8" creationId="{89CAE1E2-005E-B9C9-9A8F-62561FBCF13F}"/>
          </ac:spMkLst>
        </pc:spChg>
        <pc:spChg chg="mod">
          <ac:chgData name="Fabricio Nicolas Biava" userId="87b9ce89-290c-4641-a7db-2b4d0cf43e27" providerId="ADAL" clId="{C74B0964-C9AB-4779-AA0C-690AC690AE2F}" dt="2026-04-30T12:29:34.620" v="87" actId="1076"/>
          <ac:spMkLst>
            <pc:docMk/>
            <pc:sldMk cId="3102138853" sldId="290"/>
            <ac:spMk id="9" creationId="{AF7AE20F-8995-89A7-ED97-FA6627BA0487}"/>
          </ac:spMkLst>
        </pc:spChg>
        <pc:spChg chg="mod">
          <ac:chgData name="Fabricio Nicolas Biava" userId="87b9ce89-290c-4641-a7db-2b4d0cf43e27" providerId="ADAL" clId="{C74B0964-C9AB-4779-AA0C-690AC690AE2F}" dt="2026-04-30T12:29:43.171" v="89" actId="1076"/>
          <ac:spMkLst>
            <pc:docMk/>
            <pc:sldMk cId="3102138853" sldId="290"/>
            <ac:spMk id="10" creationId="{912D9565-457D-6C4F-E3FC-B24FE864EA55}"/>
          </ac:spMkLst>
        </pc:spChg>
        <pc:spChg chg="mod">
          <ac:chgData name="Fabricio Nicolas Biava" userId="87b9ce89-290c-4641-a7db-2b4d0cf43e27" providerId="ADAL" clId="{C74B0964-C9AB-4779-AA0C-690AC690AE2F}" dt="2026-04-30T12:29:43.171" v="89" actId="1076"/>
          <ac:spMkLst>
            <pc:docMk/>
            <pc:sldMk cId="3102138853" sldId="290"/>
            <ac:spMk id="11" creationId="{3A2C6682-FDA3-BA9D-8400-FDABAC4C7E40}"/>
          </ac:spMkLst>
        </pc:spChg>
        <pc:spChg chg="mod">
          <ac:chgData name="Fabricio Nicolas Biava" userId="87b9ce89-290c-4641-a7db-2b4d0cf43e27" providerId="ADAL" clId="{C74B0964-C9AB-4779-AA0C-690AC690AE2F}" dt="2026-04-30T12:29:34.620" v="87" actId="1076"/>
          <ac:spMkLst>
            <pc:docMk/>
            <pc:sldMk cId="3102138853" sldId="290"/>
            <ac:spMk id="12" creationId="{F8B226B5-F480-7C67-BE30-5199450833FC}"/>
          </ac:spMkLst>
        </pc:spChg>
        <pc:spChg chg="mod">
          <ac:chgData name="Fabricio Nicolas Biava" userId="87b9ce89-290c-4641-a7db-2b4d0cf43e27" providerId="ADAL" clId="{C74B0964-C9AB-4779-AA0C-690AC690AE2F}" dt="2026-04-30T12:29:34.620" v="87" actId="1076"/>
          <ac:spMkLst>
            <pc:docMk/>
            <pc:sldMk cId="3102138853" sldId="290"/>
            <ac:spMk id="13" creationId="{0B9278C4-BFFE-0B28-2961-3B195FE200D2}"/>
          </ac:spMkLst>
        </pc:spChg>
        <pc:spChg chg="mod">
          <ac:chgData name="Fabricio Nicolas Biava" userId="87b9ce89-290c-4641-a7db-2b4d0cf43e27" providerId="ADAL" clId="{C74B0964-C9AB-4779-AA0C-690AC690AE2F}" dt="2026-04-30T12:29:43.171" v="89" actId="1076"/>
          <ac:spMkLst>
            <pc:docMk/>
            <pc:sldMk cId="3102138853" sldId="290"/>
            <ac:spMk id="14" creationId="{F8C15728-71B7-B96D-F309-E457DCCFBCB2}"/>
          </ac:spMkLst>
        </pc:spChg>
        <pc:spChg chg="mod">
          <ac:chgData name="Fabricio Nicolas Biava" userId="87b9ce89-290c-4641-a7db-2b4d0cf43e27" providerId="ADAL" clId="{C74B0964-C9AB-4779-AA0C-690AC690AE2F}" dt="2026-04-30T12:29:43.171" v="89" actId="1076"/>
          <ac:spMkLst>
            <pc:docMk/>
            <pc:sldMk cId="3102138853" sldId="290"/>
            <ac:spMk id="15" creationId="{74A794B7-82A6-A0B2-F7C1-24A6AC3D811B}"/>
          </ac:spMkLst>
        </pc:spChg>
        <pc:spChg chg="mod">
          <ac:chgData name="Fabricio Nicolas Biava" userId="87b9ce89-290c-4641-a7db-2b4d0cf43e27" providerId="ADAL" clId="{C74B0964-C9AB-4779-AA0C-690AC690AE2F}" dt="2026-04-30T12:29:54.899" v="90" actId="1076"/>
          <ac:spMkLst>
            <pc:docMk/>
            <pc:sldMk cId="3102138853" sldId="290"/>
            <ac:spMk id="16" creationId="{B29BB673-8808-4634-9208-51F6101968A8}"/>
          </ac:spMkLst>
        </pc:spChg>
        <pc:spChg chg="mod">
          <ac:chgData name="Fabricio Nicolas Biava" userId="87b9ce89-290c-4641-a7db-2b4d0cf43e27" providerId="ADAL" clId="{C74B0964-C9AB-4779-AA0C-690AC690AE2F}" dt="2026-04-30T12:29:54.899" v="90" actId="1076"/>
          <ac:spMkLst>
            <pc:docMk/>
            <pc:sldMk cId="3102138853" sldId="290"/>
            <ac:spMk id="17" creationId="{113F2F57-6029-8F84-5AFA-29083B3EC722}"/>
          </ac:spMkLst>
        </pc:spChg>
        <pc:spChg chg="mod">
          <ac:chgData name="Fabricio Nicolas Biava" userId="87b9ce89-290c-4641-a7db-2b4d0cf43e27" providerId="ADAL" clId="{C74B0964-C9AB-4779-AA0C-690AC690AE2F}" dt="2026-04-30T12:29:54.899" v="90" actId="1076"/>
          <ac:spMkLst>
            <pc:docMk/>
            <pc:sldMk cId="3102138853" sldId="290"/>
            <ac:spMk id="18" creationId="{28C2038A-16C4-6C38-B715-692441804BFF}"/>
          </ac:spMkLst>
        </pc:spChg>
        <pc:spChg chg="mod">
          <ac:chgData name="Fabricio Nicolas Biava" userId="87b9ce89-290c-4641-a7db-2b4d0cf43e27" providerId="ADAL" clId="{C74B0964-C9AB-4779-AA0C-690AC690AE2F}" dt="2026-04-30T12:29:54.899" v="90" actId="1076"/>
          <ac:spMkLst>
            <pc:docMk/>
            <pc:sldMk cId="3102138853" sldId="290"/>
            <ac:spMk id="19" creationId="{14376BCC-BF02-A046-0E4C-D964FD453184}"/>
          </ac:spMkLst>
        </pc:spChg>
      </pc:sldChg>
      <pc:sldChg chg="add">
        <pc:chgData name="Fabricio Nicolas Biava" userId="87b9ce89-290c-4641-a7db-2b4d0cf43e27" providerId="ADAL" clId="{C74B0964-C9AB-4779-AA0C-690AC690AE2F}" dt="2026-04-30T12:30:51.898" v="129"/>
        <pc:sldMkLst>
          <pc:docMk/>
          <pc:sldMk cId="2332104808" sldId="291"/>
        </pc:sldMkLst>
      </pc:sldChg>
    </pc:docChg>
  </pc:docChgLst>
  <pc:docChgLst>
    <pc:chgData name="Santiago Calvo Prieto" userId="23b50df7-8b36-4492-8ab1-5009613690c3" providerId="ADAL" clId="{AD3D59D9-A9AF-429F-BBD3-F57A4F8E642B}"/>
    <pc:docChg chg="undo redo custSel addSld delSld modSld sldOrd">
      <pc:chgData name="Santiago Calvo Prieto" userId="23b50df7-8b36-4492-8ab1-5009613690c3" providerId="ADAL" clId="{AD3D59D9-A9AF-429F-BBD3-F57A4F8E642B}" dt="2026-05-04T09:59:17.477" v="2184" actId="20577"/>
      <pc:docMkLst>
        <pc:docMk/>
      </pc:docMkLst>
      <pc:sldChg chg="modSp mod">
        <pc:chgData name="Santiago Calvo Prieto" userId="23b50df7-8b36-4492-8ab1-5009613690c3" providerId="ADAL" clId="{AD3D59D9-A9AF-429F-BBD3-F57A4F8E642B}" dt="2026-04-30T07:45:28.083" v="63" actId="404"/>
        <pc:sldMkLst>
          <pc:docMk/>
          <pc:sldMk cId="0" sldId="256"/>
        </pc:sldMkLst>
        <pc:spChg chg="mod">
          <ac:chgData name="Santiago Calvo Prieto" userId="23b50df7-8b36-4492-8ab1-5009613690c3" providerId="ADAL" clId="{AD3D59D9-A9AF-429F-BBD3-F57A4F8E642B}" dt="2026-04-30T07:45:28.083" v="63" actId="404"/>
          <ac:spMkLst>
            <pc:docMk/>
            <pc:sldMk cId="0" sldId="256"/>
            <ac:spMk id="5" creationId="{00000000-0000-0000-0000-000000000000}"/>
          </ac:spMkLst>
        </pc:spChg>
        <pc:spChg chg="mod">
          <ac:chgData name="Santiago Calvo Prieto" userId="23b50df7-8b36-4492-8ab1-5009613690c3" providerId="ADAL" clId="{AD3D59D9-A9AF-429F-BBD3-F57A4F8E642B}" dt="2026-04-30T07:45:09.624" v="51" actId="20577"/>
          <ac:spMkLst>
            <pc:docMk/>
            <pc:sldMk cId="0" sldId="256"/>
            <ac:spMk id="8" creationId="{00000000-0000-0000-0000-000000000000}"/>
          </ac:spMkLst>
        </pc:spChg>
      </pc:sldChg>
      <pc:sldChg chg="modSp mod">
        <pc:chgData name="Santiago Calvo Prieto" userId="23b50df7-8b36-4492-8ab1-5009613690c3" providerId="ADAL" clId="{AD3D59D9-A9AF-429F-BBD3-F57A4F8E642B}" dt="2026-04-30T13:20:50.226" v="2069" actId="123"/>
        <pc:sldMkLst>
          <pc:docMk/>
          <pc:sldMk cId="0" sldId="257"/>
        </pc:sldMkLst>
        <pc:spChg chg="mod">
          <ac:chgData name="Santiago Calvo Prieto" userId="23b50df7-8b36-4492-8ab1-5009613690c3" providerId="ADAL" clId="{AD3D59D9-A9AF-429F-BBD3-F57A4F8E642B}" dt="2026-04-30T10:47:56.979" v="822" actId="1076"/>
          <ac:spMkLst>
            <pc:docMk/>
            <pc:sldMk cId="0" sldId="257"/>
            <ac:spMk id="2" creationId="{00000000-0000-0000-0000-000000000000}"/>
          </ac:spMkLst>
        </pc:spChg>
        <pc:spChg chg="mod">
          <ac:chgData name="Santiago Calvo Prieto" userId="23b50df7-8b36-4492-8ab1-5009613690c3" providerId="ADAL" clId="{AD3D59D9-A9AF-429F-BBD3-F57A4F8E642B}" dt="2026-04-30T10:48:02.184" v="835" actId="20577"/>
          <ac:spMkLst>
            <pc:docMk/>
            <pc:sldMk cId="0" sldId="257"/>
            <ac:spMk id="4" creationId="{00000000-0000-0000-0000-000000000000}"/>
          </ac:spMkLst>
        </pc:spChg>
        <pc:spChg chg="mod">
          <ac:chgData name="Santiago Calvo Prieto" userId="23b50df7-8b36-4492-8ab1-5009613690c3" providerId="ADAL" clId="{AD3D59D9-A9AF-429F-BBD3-F57A4F8E642B}" dt="2026-04-30T13:20:50.226" v="2069" actId="123"/>
          <ac:spMkLst>
            <pc:docMk/>
            <pc:sldMk cId="0" sldId="257"/>
            <ac:spMk id="6" creationId="{00000000-0000-0000-0000-000000000000}"/>
          </ac:spMkLst>
        </pc:spChg>
        <pc:spChg chg="mod">
          <ac:chgData name="Santiago Calvo Prieto" userId="23b50df7-8b36-4492-8ab1-5009613690c3" providerId="ADAL" clId="{AD3D59D9-A9AF-429F-BBD3-F57A4F8E642B}" dt="2026-04-30T10:43:46.691" v="499" actId="20577"/>
          <ac:spMkLst>
            <pc:docMk/>
            <pc:sldMk cId="0" sldId="257"/>
            <ac:spMk id="11" creationId="{00000000-0000-0000-0000-000000000000}"/>
          </ac:spMkLst>
        </pc:spChg>
        <pc:spChg chg="mod">
          <ac:chgData name="Santiago Calvo Prieto" userId="23b50df7-8b36-4492-8ab1-5009613690c3" providerId="ADAL" clId="{AD3D59D9-A9AF-429F-BBD3-F57A4F8E642B}" dt="2026-04-30T13:05:49.256" v="1839" actId="20577"/>
          <ac:spMkLst>
            <pc:docMk/>
            <pc:sldMk cId="0" sldId="257"/>
            <ac:spMk id="15" creationId="{00000000-0000-0000-0000-000000000000}"/>
          </ac:spMkLst>
        </pc:spChg>
        <pc:spChg chg="mod">
          <ac:chgData name="Santiago Calvo Prieto" userId="23b50df7-8b36-4492-8ab1-5009613690c3" providerId="ADAL" clId="{AD3D59D9-A9AF-429F-BBD3-F57A4F8E642B}" dt="2026-04-30T07:43:54.020" v="6" actId="20577"/>
          <ac:spMkLst>
            <pc:docMk/>
            <pc:sldMk cId="0" sldId="257"/>
            <ac:spMk id="16" creationId="{00000000-0000-0000-0000-000000000000}"/>
          </ac:spMkLst>
        </pc:spChg>
        <pc:spChg chg="mod">
          <ac:chgData name="Santiago Calvo Prieto" userId="23b50df7-8b36-4492-8ab1-5009613690c3" providerId="ADAL" clId="{AD3D59D9-A9AF-429F-BBD3-F57A4F8E642B}" dt="2026-04-30T13:06:38.530" v="1861" actId="20577"/>
          <ac:spMkLst>
            <pc:docMk/>
            <pc:sldMk cId="0" sldId="257"/>
            <ac:spMk id="20" creationId="{00000000-0000-0000-0000-000000000000}"/>
          </ac:spMkLst>
        </pc:spChg>
        <pc:spChg chg="mod">
          <ac:chgData name="Santiago Calvo Prieto" userId="23b50df7-8b36-4492-8ab1-5009613690c3" providerId="ADAL" clId="{AD3D59D9-A9AF-429F-BBD3-F57A4F8E642B}" dt="2026-04-30T13:06:52.345" v="1883" actId="20577"/>
          <ac:spMkLst>
            <pc:docMk/>
            <pc:sldMk cId="0" sldId="257"/>
            <ac:spMk id="21" creationId="{00000000-0000-0000-0000-000000000000}"/>
          </ac:spMkLst>
        </pc:spChg>
      </pc:sldChg>
      <pc:sldChg chg="addSp delSp modSp mod">
        <pc:chgData name="Santiago Calvo Prieto" userId="23b50df7-8b36-4492-8ab1-5009613690c3" providerId="ADAL" clId="{AD3D59D9-A9AF-429F-BBD3-F57A4F8E642B}" dt="2026-04-30T13:10:36.857" v="1909" actId="1076"/>
        <pc:sldMkLst>
          <pc:docMk/>
          <pc:sldMk cId="0" sldId="258"/>
        </pc:sldMkLst>
        <pc:spChg chg="mod">
          <ac:chgData name="Santiago Calvo Prieto" userId="23b50df7-8b36-4492-8ab1-5009613690c3" providerId="ADAL" clId="{AD3D59D9-A9AF-429F-BBD3-F57A4F8E642B}" dt="2026-04-30T12:52:11.714" v="1757" actId="790"/>
          <ac:spMkLst>
            <pc:docMk/>
            <pc:sldMk cId="0" sldId="258"/>
            <ac:spMk id="2" creationId="{00000000-0000-0000-0000-000000000000}"/>
          </ac:spMkLst>
        </pc:spChg>
        <pc:spChg chg="mod">
          <ac:chgData name="Santiago Calvo Prieto" userId="23b50df7-8b36-4492-8ab1-5009613690c3" providerId="ADAL" clId="{AD3D59D9-A9AF-429F-BBD3-F57A4F8E642B}" dt="2026-04-30T12:52:11.714" v="1757" actId="790"/>
          <ac:spMkLst>
            <pc:docMk/>
            <pc:sldMk cId="0" sldId="258"/>
            <ac:spMk id="3" creationId="{00000000-0000-0000-0000-000000000000}"/>
          </ac:spMkLst>
        </pc:spChg>
        <pc:spChg chg="mod">
          <ac:chgData name="Santiago Calvo Prieto" userId="23b50df7-8b36-4492-8ab1-5009613690c3" providerId="ADAL" clId="{AD3D59D9-A9AF-429F-BBD3-F57A4F8E642B}" dt="2026-04-30T13:09:41.490" v="1892" actId="20577"/>
          <ac:spMkLst>
            <pc:docMk/>
            <pc:sldMk cId="0" sldId="258"/>
            <ac:spMk id="4" creationId="{00000000-0000-0000-0000-000000000000}"/>
          </ac:spMkLst>
        </pc:spChg>
        <pc:spChg chg="mod">
          <ac:chgData name="Santiago Calvo Prieto" userId="23b50df7-8b36-4492-8ab1-5009613690c3" providerId="ADAL" clId="{AD3D59D9-A9AF-429F-BBD3-F57A4F8E642B}" dt="2026-04-30T12:52:11.714" v="1757" actId="790"/>
          <ac:spMkLst>
            <pc:docMk/>
            <pc:sldMk cId="0" sldId="258"/>
            <ac:spMk id="5" creationId="{00000000-0000-0000-0000-000000000000}"/>
          </ac:spMkLst>
        </pc:spChg>
        <pc:spChg chg="mod">
          <ac:chgData name="Santiago Calvo Prieto" userId="23b50df7-8b36-4492-8ab1-5009613690c3" providerId="ADAL" clId="{AD3D59D9-A9AF-429F-BBD3-F57A4F8E642B}" dt="2026-04-30T13:09:55.147" v="1897" actId="20577"/>
          <ac:spMkLst>
            <pc:docMk/>
            <pc:sldMk cId="0" sldId="258"/>
            <ac:spMk id="6" creationId="{00000000-0000-0000-0000-000000000000}"/>
          </ac:spMkLst>
        </pc:spChg>
        <pc:spChg chg="mod">
          <ac:chgData name="Santiago Calvo Prieto" userId="23b50df7-8b36-4492-8ab1-5009613690c3" providerId="ADAL" clId="{AD3D59D9-A9AF-429F-BBD3-F57A4F8E642B}" dt="2026-04-30T12:45:50.427" v="1734" actId="14100"/>
          <ac:spMkLst>
            <pc:docMk/>
            <pc:sldMk cId="0" sldId="258"/>
            <ac:spMk id="12" creationId="{00000000-0000-0000-0000-000000000000}"/>
          </ac:spMkLst>
        </pc:spChg>
        <pc:spChg chg="mod">
          <ac:chgData name="Santiago Calvo Prieto" userId="23b50df7-8b36-4492-8ab1-5009613690c3" providerId="ADAL" clId="{AD3D59D9-A9AF-429F-BBD3-F57A4F8E642B}" dt="2026-04-30T12:52:11.714" v="1757" actId="790"/>
          <ac:spMkLst>
            <pc:docMk/>
            <pc:sldMk cId="0" sldId="258"/>
            <ac:spMk id="13" creationId="{00000000-0000-0000-0000-000000000000}"/>
          </ac:spMkLst>
        </pc:spChg>
        <pc:spChg chg="mod">
          <ac:chgData name="Santiago Calvo Prieto" userId="23b50df7-8b36-4492-8ab1-5009613690c3" providerId="ADAL" clId="{AD3D59D9-A9AF-429F-BBD3-F57A4F8E642B}" dt="2026-04-30T12:52:11.714" v="1757" actId="790"/>
          <ac:spMkLst>
            <pc:docMk/>
            <pc:sldMk cId="0" sldId="258"/>
            <ac:spMk id="14" creationId="{00000000-0000-0000-0000-000000000000}"/>
          </ac:spMkLst>
        </pc:spChg>
        <pc:spChg chg="mod">
          <ac:chgData name="Santiago Calvo Prieto" userId="23b50df7-8b36-4492-8ab1-5009613690c3" providerId="ADAL" clId="{AD3D59D9-A9AF-429F-BBD3-F57A4F8E642B}" dt="2026-04-30T12:52:11.714" v="1757" actId="790"/>
          <ac:spMkLst>
            <pc:docMk/>
            <pc:sldMk cId="0" sldId="258"/>
            <ac:spMk id="15" creationId="{00000000-0000-0000-0000-000000000000}"/>
          </ac:spMkLst>
        </pc:spChg>
        <pc:spChg chg="mod">
          <ac:chgData name="Santiago Calvo Prieto" userId="23b50df7-8b36-4492-8ab1-5009613690c3" providerId="ADAL" clId="{AD3D59D9-A9AF-429F-BBD3-F57A4F8E642B}" dt="2026-04-30T12:44:28.384" v="1723" actId="404"/>
          <ac:spMkLst>
            <pc:docMk/>
            <pc:sldMk cId="0" sldId="258"/>
            <ac:spMk id="16" creationId="{00000000-0000-0000-0000-000000000000}"/>
          </ac:spMkLst>
        </pc:spChg>
        <pc:spChg chg="mod">
          <ac:chgData name="Santiago Calvo Prieto" userId="23b50df7-8b36-4492-8ab1-5009613690c3" providerId="ADAL" clId="{AD3D59D9-A9AF-429F-BBD3-F57A4F8E642B}" dt="2026-04-30T12:52:11.714" v="1757" actId="790"/>
          <ac:spMkLst>
            <pc:docMk/>
            <pc:sldMk cId="0" sldId="258"/>
            <ac:spMk id="17" creationId="{00000000-0000-0000-0000-000000000000}"/>
          </ac:spMkLst>
        </pc:spChg>
        <pc:spChg chg="mod">
          <ac:chgData name="Santiago Calvo Prieto" userId="23b50df7-8b36-4492-8ab1-5009613690c3" providerId="ADAL" clId="{AD3D59D9-A9AF-429F-BBD3-F57A4F8E642B}" dt="2026-04-30T12:46:17.209" v="1740" actId="14100"/>
          <ac:spMkLst>
            <pc:docMk/>
            <pc:sldMk cId="0" sldId="258"/>
            <ac:spMk id="18" creationId="{00000000-0000-0000-0000-000000000000}"/>
          </ac:spMkLst>
        </pc:spChg>
        <pc:spChg chg="mod">
          <ac:chgData name="Santiago Calvo Prieto" userId="23b50df7-8b36-4492-8ab1-5009613690c3" providerId="ADAL" clId="{AD3D59D9-A9AF-429F-BBD3-F57A4F8E642B}" dt="2026-04-30T12:46:28.604" v="1741" actId="1076"/>
          <ac:spMkLst>
            <pc:docMk/>
            <pc:sldMk cId="0" sldId="258"/>
            <ac:spMk id="19" creationId="{00000000-0000-0000-0000-000000000000}"/>
          </ac:spMkLst>
        </pc:spChg>
        <pc:spChg chg="mod">
          <ac:chgData name="Santiago Calvo Prieto" userId="23b50df7-8b36-4492-8ab1-5009613690c3" providerId="ADAL" clId="{AD3D59D9-A9AF-429F-BBD3-F57A4F8E642B}" dt="2026-04-30T12:44:03.007" v="1721" actId="404"/>
          <ac:spMkLst>
            <pc:docMk/>
            <pc:sldMk cId="0" sldId="258"/>
            <ac:spMk id="20" creationId="{00000000-0000-0000-0000-000000000000}"/>
          </ac:spMkLst>
        </pc:spChg>
        <pc:spChg chg="mod">
          <ac:chgData name="Santiago Calvo Prieto" userId="23b50df7-8b36-4492-8ab1-5009613690c3" providerId="ADAL" clId="{AD3D59D9-A9AF-429F-BBD3-F57A4F8E642B}" dt="2026-04-30T13:10:36.857" v="1909" actId="1076"/>
          <ac:spMkLst>
            <pc:docMk/>
            <pc:sldMk cId="0" sldId="258"/>
            <ac:spMk id="21" creationId="{00000000-0000-0000-0000-000000000000}"/>
          </ac:spMkLst>
        </pc:spChg>
        <pc:spChg chg="add mod">
          <ac:chgData name="Santiago Calvo Prieto" userId="23b50df7-8b36-4492-8ab1-5009613690c3" providerId="ADAL" clId="{AD3D59D9-A9AF-429F-BBD3-F57A4F8E642B}" dt="2026-04-30T12:45:32.225" v="1730" actId="14100"/>
          <ac:spMkLst>
            <pc:docMk/>
            <pc:sldMk cId="0" sldId="258"/>
            <ac:spMk id="22" creationId="{C0C6FC90-E1C1-B132-044C-8FEA75B88867}"/>
          </ac:spMkLst>
        </pc:spChg>
        <pc:spChg chg="add mod">
          <ac:chgData name="Santiago Calvo Prieto" userId="23b50df7-8b36-4492-8ab1-5009613690c3" providerId="ADAL" clId="{AD3D59D9-A9AF-429F-BBD3-F57A4F8E642B}" dt="2026-04-30T12:45:45.155" v="1733" actId="14100"/>
          <ac:spMkLst>
            <pc:docMk/>
            <pc:sldMk cId="0" sldId="258"/>
            <ac:spMk id="23" creationId="{9680C097-232D-CF0A-450F-2A039B53B0E2}"/>
          </ac:spMkLst>
        </pc:spChg>
        <pc:spChg chg="add mod">
          <ac:chgData name="Santiago Calvo Prieto" userId="23b50df7-8b36-4492-8ab1-5009613690c3" providerId="ADAL" clId="{AD3D59D9-A9AF-429F-BBD3-F57A4F8E642B}" dt="2026-04-30T12:52:11.714" v="1757" actId="790"/>
          <ac:spMkLst>
            <pc:docMk/>
            <pc:sldMk cId="0" sldId="258"/>
            <ac:spMk id="24" creationId="{43701140-D413-2922-3B8A-7BAD4749C3D8}"/>
          </ac:spMkLst>
        </pc:spChg>
        <pc:spChg chg="add mod">
          <ac:chgData name="Santiago Calvo Prieto" userId="23b50df7-8b36-4492-8ab1-5009613690c3" providerId="ADAL" clId="{AD3D59D9-A9AF-429F-BBD3-F57A4F8E642B}" dt="2026-04-30T12:52:11.714" v="1757" actId="790"/>
          <ac:spMkLst>
            <pc:docMk/>
            <pc:sldMk cId="0" sldId="258"/>
            <ac:spMk id="25" creationId="{D29ED3C9-E63E-B0DA-1CED-3D562A74142A}"/>
          </ac:spMkLst>
        </pc:spChg>
        <pc:spChg chg="add mod">
          <ac:chgData name="Santiago Calvo Prieto" userId="23b50df7-8b36-4492-8ab1-5009613690c3" providerId="ADAL" clId="{AD3D59D9-A9AF-429F-BBD3-F57A4F8E642B}" dt="2026-04-30T12:52:11.714" v="1757" actId="790"/>
          <ac:spMkLst>
            <pc:docMk/>
            <pc:sldMk cId="0" sldId="258"/>
            <ac:spMk id="26" creationId="{88FA7A5A-13F1-1082-7805-41BB13D64596}"/>
          </ac:spMkLst>
        </pc:spChg>
        <pc:spChg chg="add mod">
          <ac:chgData name="Santiago Calvo Prieto" userId="23b50df7-8b36-4492-8ab1-5009613690c3" providerId="ADAL" clId="{AD3D59D9-A9AF-429F-BBD3-F57A4F8E642B}" dt="2026-04-30T12:48:13.542" v="1743" actId="1076"/>
          <ac:spMkLst>
            <pc:docMk/>
            <pc:sldMk cId="0" sldId="258"/>
            <ac:spMk id="27" creationId="{0E74804E-29F8-2405-C77B-488EADC592B3}"/>
          </ac:spMkLst>
        </pc:spChg>
        <pc:spChg chg="add mod">
          <ac:chgData name="Santiago Calvo Prieto" userId="23b50df7-8b36-4492-8ab1-5009613690c3" providerId="ADAL" clId="{AD3D59D9-A9AF-429F-BBD3-F57A4F8E642B}" dt="2026-04-30T12:51:51.797" v="1756" actId="20577"/>
          <ac:spMkLst>
            <pc:docMk/>
            <pc:sldMk cId="0" sldId="258"/>
            <ac:spMk id="28" creationId="{878AABBC-DF0C-777A-F619-60A822C0AD84}"/>
          </ac:spMkLst>
        </pc:spChg>
      </pc:sldChg>
      <pc:sldChg chg="addSp delSp modSp mod">
        <pc:chgData name="Santiago Calvo Prieto" userId="23b50df7-8b36-4492-8ab1-5009613690c3" providerId="ADAL" clId="{AD3D59D9-A9AF-429F-BBD3-F57A4F8E642B}" dt="2026-05-04T09:54:39.127" v="2148" actId="1076"/>
        <pc:sldMkLst>
          <pc:docMk/>
          <pc:sldMk cId="0" sldId="259"/>
        </pc:sldMkLst>
        <pc:spChg chg="add del mod">
          <ac:chgData name="Santiago Calvo Prieto" userId="23b50df7-8b36-4492-8ab1-5009613690c3" providerId="ADAL" clId="{AD3D59D9-A9AF-429F-BBD3-F57A4F8E642B}" dt="2026-05-04T09:45:45.425" v="2128" actId="208"/>
          <ac:spMkLst>
            <pc:docMk/>
            <pc:sldMk cId="0" sldId="259"/>
            <ac:spMk id="2" creationId="{00000000-0000-0000-0000-000000000000}"/>
          </ac:spMkLst>
        </pc:spChg>
        <pc:spChg chg="mod">
          <ac:chgData name="Santiago Calvo Prieto" userId="23b50df7-8b36-4492-8ab1-5009613690c3" providerId="ADAL" clId="{AD3D59D9-A9AF-429F-BBD3-F57A4F8E642B}" dt="2026-04-30T13:25:45.209" v="2080" actId="164"/>
          <ac:spMkLst>
            <pc:docMk/>
            <pc:sldMk cId="0" sldId="259"/>
            <ac:spMk id="4" creationId="{00000000-0000-0000-0000-000000000000}"/>
          </ac:spMkLst>
        </pc:spChg>
        <pc:spChg chg="mod">
          <ac:chgData name="Santiago Calvo Prieto" userId="23b50df7-8b36-4492-8ab1-5009613690c3" providerId="ADAL" clId="{AD3D59D9-A9AF-429F-BBD3-F57A4F8E642B}" dt="2026-04-30T13:25:45.209" v="2080" actId="164"/>
          <ac:spMkLst>
            <pc:docMk/>
            <pc:sldMk cId="0" sldId="259"/>
            <ac:spMk id="5" creationId="{00000000-0000-0000-0000-000000000000}"/>
          </ac:spMkLst>
        </pc:spChg>
        <pc:spChg chg="mod">
          <ac:chgData name="Santiago Calvo Prieto" userId="23b50df7-8b36-4492-8ab1-5009613690c3" providerId="ADAL" clId="{AD3D59D9-A9AF-429F-BBD3-F57A4F8E642B}" dt="2026-04-30T13:25:45.209" v="2080" actId="164"/>
          <ac:spMkLst>
            <pc:docMk/>
            <pc:sldMk cId="0" sldId="259"/>
            <ac:spMk id="6" creationId="{00000000-0000-0000-0000-000000000000}"/>
          </ac:spMkLst>
        </pc:spChg>
        <pc:spChg chg="mod">
          <ac:chgData name="Santiago Calvo Prieto" userId="23b50df7-8b36-4492-8ab1-5009613690c3" providerId="ADAL" clId="{AD3D59D9-A9AF-429F-BBD3-F57A4F8E642B}" dt="2026-05-04T09:54:39.127" v="2148" actId="1076"/>
          <ac:spMkLst>
            <pc:docMk/>
            <pc:sldMk cId="0" sldId="259"/>
            <ac:spMk id="7" creationId="{00000000-0000-0000-0000-000000000000}"/>
          </ac:spMkLst>
        </pc:spChg>
        <pc:spChg chg="mod">
          <ac:chgData name="Santiago Calvo Prieto" userId="23b50df7-8b36-4492-8ab1-5009613690c3" providerId="ADAL" clId="{AD3D59D9-A9AF-429F-BBD3-F57A4F8E642B}" dt="2026-04-30T13:26:21.076" v="2087" actId="404"/>
          <ac:spMkLst>
            <pc:docMk/>
            <pc:sldMk cId="0" sldId="259"/>
            <ac:spMk id="8" creationId="{00000000-0000-0000-0000-000000000000}"/>
          </ac:spMkLst>
        </pc:spChg>
        <pc:spChg chg="mod">
          <ac:chgData name="Santiago Calvo Prieto" userId="23b50df7-8b36-4492-8ab1-5009613690c3" providerId="ADAL" clId="{AD3D59D9-A9AF-429F-BBD3-F57A4F8E642B}" dt="2026-04-30T13:26:30.760" v="2092" actId="404"/>
          <ac:spMkLst>
            <pc:docMk/>
            <pc:sldMk cId="0" sldId="259"/>
            <ac:spMk id="9" creationId="{00000000-0000-0000-0000-000000000000}"/>
          </ac:spMkLst>
        </pc:spChg>
        <pc:spChg chg="add mod">
          <ac:chgData name="Santiago Calvo Prieto" userId="23b50df7-8b36-4492-8ab1-5009613690c3" providerId="ADAL" clId="{AD3D59D9-A9AF-429F-BBD3-F57A4F8E642B}" dt="2026-05-04T09:52:14.989" v="2133" actId="1076"/>
          <ac:spMkLst>
            <pc:docMk/>
            <pc:sldMk cId="0" sldId="259"/>
            <ac:spMk id="10" creationId="{3AB24E62-CC8B-FC5F-F1C9-ADD3B0F448BD}"/>
          </ac:spMkLst>
        </pc:spChg>
        <pc:spChg chg="mod">
          <ac:chgData name="Santiago Calvo Prieto" userId="23b50df7-8b36-4492-8ab1-5009613690c3" providerId="ADAL" clId="{AD3D59D9-A9AF-429F-BBD3-F57A4F8E642B}" dt="2026-05-04T09:54:39.127" v="2148" actId="1076"/>
          <ac:spMkLst>
            <pc:docMk/>
            <pc:sldMk cId="0" sldId="259"/>
            <ac:spMk id="11" creationId="{00000000-0000-0000-0000-000000000000}"/>
          </ac:spMkLst>
        </pc:spChg>
        <pc:spChg chg="mod">
          <ac:chgData name="Santiago Calvo Prieto" userId="23b50df7-8b36-4492-8ab1-5009613690c3" providerId="ADAL" clId="{AD3D59D9-A9AF-429F-BBD3-F57A4F8E642B}" dt="2026-04-30T13:25:38.717" v="2079" actId="164"/>
          <ac:spMkLst>
            <pc:docMk/>
            <pc:sldMk cId="0" sldId="259"/>
            <ac:spMk id="12" creationId="{00000000-0000-0000-0000-000000000000}"/>
          </ac:spMkLst>
        </pc:spChg>
        <pc:spChg chg="mod">
          <ac:chgData name="Santiago Calvo Prieto" userId="23b50df7-8b36-4492-8ab1-5009613690c3" providerId="ADAL" clId="{AD3D59D9-A9AF-429F-BBD3-F57A4F8E642B}" dt="2026-04-30T13:25:38.717" v="2079" actId="164"/>
          <ac:spMkLst>
            <pc:docMk/>
            <pc:sldMk cId="0" sldId="259"/>
            <ac:spMk id="13" creationId="{00000000-0000-0000-0000-000000000000}"/>
          </ac:spMkLst>
        </pc:spChg>
        <pc:spChg chg="mod">
          <ac:chgData name="Santiago Calvo Prieto" userId="23b50df7-8b36-4492-8ab1-5009613690c3" providerId="ADAL" clId="{AD3D59D9-A9AF-429F-BBD3-F57A4F8E642B}" dt="2026-04-30T13:25:38.717" v="2079" actId="164"/>
          <ac:spMkLst>
            <pc:docMk/>
            <pc:sldMk cId="0" sldId="259"/>
            <ac:spMk id="14" creationId="{00000000-0000-0000-0000-000000000000}"/>
          </ac:spMkLst>
        </pc:spChg>
        <pc:spChg chg="mod">
          <ac:chgData name="Santiago Calvo Prieto" userId="23b50df7-8b36-4492-8ab1-5009613690c3" providerId="ADAL" clId="{AD3D59D9-A9AF-429F-BBD3-F57A4F8E642B}" dt="2026-05-04T09:54:39.127" v="2148" actId="1076"/>
          <ac:spMkLst>
            <pc:docMk/>
            <pc:sldMk cId="0" sldId="259"/>
            <ac:spMk id="15" creationId="{00000000-0000-0000-0000-000000000000}"/>
          </ac:spMkLst>
        </pc:spChg>
        <pc:spChg chg="mod">
          <ac:chgData name="Santiago Calvo Prieto" userId="23b50df7-8b36-4492-8ab1-5009613690c3" providerId="ADAL" clId="{AD3D59D9-A9AF-429F-BBD3-F57A4F8E642B}" dt="2026-04-30T13:26:33.457" v="2094" actId="404"/>
          <ac:spMkLst>
            <pc:docMk/>
            <pc:sldMk cId="0" sldId="259"/>
            <ac:spMk id="16" creationId="{00000000-0000-0000-0000-000000000000}"/>
          </ac:spMkLst>
        </pc:spChg>
        <pc:spChg chg="add mod">
          <ac:chgData name="Santiago Calvo Prieto" userId="23b50df7-8b36-4492-8ab1-5009613690c3" providerId="ADAL" clId="{AD3D59D9-A9AF-429F-BBD3-F57A4F8E642B}" dt="2026-05-04T09:53:25.630" v="2140" actId="1076"/>
          <ac:spMkLst>
            <pc:docMk/>
            <pc:sldMk cId="0" sldId="259"/>
            <ac:spMk id="17" creationId="{1A7FDDF1-85C5-0E37-ADFA-BC2B0C91E0E6}"/>
          </ac:spMkLst>
        </pc:spChg>
        <pc:spChg chg="mod">
          <ac:chgData name="Santiago Calvo Prieto" userId="23b50df7-8b36-4492-8ab1-5009613690c3" providerId="ADAL" clId="{AD3D59D9-A9AF-429F-BBD3-F57A4F8E642B}" dt="2026-04-30T13:25:20.574" v="2074" actId="164"/>
          <ac:spMkLst>
            <pc:docMk/>
            <pc:sldMk cId="0" sldId="259"/>
            <ac:spMk id="18" creationId="{00000000-0000-0000-0000-000000000000}"/>
          </ac:spMkLst>
        </pc:spChg>
        <pc:spChg chg="mod">
          <ac:chgData name="Santiago Calvo Prieto" userId="23b50df7-8b36-4492-8ab1-5009613690c3" providerId="ADAL" clId="{AD3D59D9-A9AF-429F-BBD3-F57A4F8E642B}" dt="2026-04-30T13:25:20.574" v="2074" actId="164"/>
          <ac:spMkLst>
            <pc:docMk/>
            <pc:sldMk cId="0" sldId="259"/>
            <ac:spMk id="19" creationId="{00000000-0000-0000-0000-000000000000}"/>
          </ac:spMkLst>
        </pc:spChg>
        <pc:spChg chg="mod">
          <ac:chgData name="Santiago Calvo Prieto" userId="23b50df7-8b36-4492-8ab1-5009613690c3" providerId="ADAL" clId="{AD3D59D9-A9AF-429F-BBD3-F57A4F8E642B}" dt="2026-04-30T13:25:20.574" v="2074" actId="164"/>
          <ac:spMkLst>
            <pc:docMk/>
            <pc:sldMk cId="0" sldId="259"/>
            <ac:spMk id="20" creationId="{00000000-0000-0000-0000-000000000000}"/>
          </ac:spMkLst>
        </pc:spChg>
        <pc:spChg chg="mod">
          <ac:chgData name="Santiago Calvo Prieto" userId="23b50df7-8b36-4492-8ab1-5009613690c3" providerId="ADAL" clId="{AD3D59D9-A9AF-429F-BBD3-F57A4F8E642B}" dt="2026-04-30T13:25:20.574" v="2074" actId="164"/>
          <ac:spMkLst>
            <pc:docMk/>
            <pc:sldMk cId="0" sldId="259"/>
            <ac:spMk id="21" creationId="{00000000-0000-0000-0000-000000000000}"/>
          </ac:spMkLst>
        </pc:spChg>
        <pc:spChg chg="mod">
          <ac:chgData name="Santiago Calvo Prieto" userId="23b50df7-8b36-4492-8ab1-5009613690c3" providerId="ADAL" clId="{AD3D59D9-A9AF-429F-BBD3-F57A4F8E642B}" dt="2026-05-04T09:54:39.127" v="2148" actId="1076"/>
          <ac:spMkLst>
            <pc:docMk/>
            <pc:sldMk cId="0" sldId="259"/>
            <ac:spMk id="22" creationId="{00000000-0000-0000-0000-000000000000}"/>
          </ac:spMkLst>
        </pc:spChg>
        <pc:spChg chg="mod">
          <ac:chgData name="Santiago Calvo Prieto" userId="23b50df7-8b36-4492-8ab1-5009613690c3" providerId="ADAL" clId="{AD3D59D9-A9AF-429F-BBD3-F57A4F8E642B}" dt="2026-05-04T09:54:39.127" v="2148" actId="1076"/>
          <ac:spMkLst>
            <pc:docMk/>
            <pc:sldMk cId="0" sldId="259"/>
            <ac:spMk id="23" creationId="{00000000-0000-0000-0000-000000000000}"/>
          </ac:spMkLst>
        </pc:spChg>
        <pc:spChg chg="add mod">
          <ac:chgData name="Santiago Calvo Prieto" userId="23b50df7-8b36-4492-8ab1-5009613690c3" providerId="ADAL" clId="{AD3D59D9-A9AF-429F-BBD3-F57A4F8E642B}" dt="2026-05-04T09:54:18.454" v="2146" actId="1076"/>
          <ac:spMkLst>
            <pc:docMk/>
            <pc:sldMk cId="0" sldId="259"/>
            <ac:spMk id="24" creationId="{78086AD9-EB2E-1F5C-66E8-78E41C7C6342}"/>
          </ac:spMkLst>
        </pc:spChg>
        <pc:spChg chg="mod">
          <ac:chgData name="Santiago Calvo Prieto" userId="23b50df7-8b36-4492-8ab1-5009613690c3" providerId="ADAL" clId="{AD3D59D9-A9AF-429F-BBD3-F57A4F8E642B}" dt="2026-05-04T09:54:39.127" v="2148" actId="1076"/>
          <ac:spMkLst>
            <pc:docMk/>
            <pc:sldMk cId="0" sldId="259"/>
            <ac:spMk id="25" creationId="{00000000-0000-0000-0000-000000000000}"/>
          </ac:spMkLst>
        </pc:spChg>
        <pc:spChg chg="mod">
          <ac:chgData name="Santiago Calvo Prieto" userId="23b50df7-8b36-4492-8ab1-5009613690c3" providerId="ADAL" clId="{AD3D59D9-A9AF-429F-BBD3-F57A4F8E642B}" dt="2026-05-04T09:54:39.127" v="2148" actId="1076"/>
          <ac:spMkLst>
            <pc:docMk/>
            <pc:sldMk cId="0" sldId="259"/>
            <ac:spMk id="26" creationId="{00000000-0000-0000-0000-000000000000}"/>
          </ac:spMkLst>
        </pc:spChg>
        <pc:spChg chg="mod">
          <ac:chgData name="Santiago Calvo Prieto" userId="23b50df7-8b36-4492-8ab1-5009613690c3" providerId="ADAL" clId="{AD3D59D9-A9AF-429F-BBD3-F57A4F8E642B}" dt="2026-04-30T13:25:12.847" v="2073" actId="164"/>
          <ac:spMkLst>
            <pc:docMk/>
            <pc:sldMk cId="0" sldId="259"/>
            <ac:spMk id="27" creationId="{00000000-0000-0000-0000-000000000000}"/>
          </ac:spMkLst>
        </pc:spChg>
        <pc:spChg chg="mod">
          <ac:chgData name="Santiago Calvo Prieto" userId="23b50df7-8b36-4492-8ab1-5009613690c3" providerId="ADAL" clId="{AD3D59D9-A9AF-429F-BBD3-F57A4F8E642B}" dt="2026-05-04T09:54:39.127" v="2148" actId="1076"/>
          <ac:spMkLst>
            <pc:docMk/>
            <pc:sldMk cId="0" sldId="259"/>
            <ac:spMk id="28" creationId="{00000000-0000-0000-0000-000000000000}"/>
          </ac:spMkLst>
        </pc:spChg>
        <pc:spChg chg="mod">
          <ac:chgData name="Santiago Calvo Prieto" userId="23b50df7-8b36-4492-8ab1-5009613690c3" providerId="ADAL" clId="{AD3D59D9-A9AF-429F-BBD3-F57A4F8E642B}" dt="2026-04-30T13:26:27.579" v="2090" actId="404"/>
          <ac:spMkLst>
            <pc:docMk/>
            <pc:sldMk cId="0" sldId="259"/>
            <ac:spMk id="29" creationId="{00000000-0000-0000-0000-000000000000}"/>
          </ac:spMkLst>
        </pc:spChg>
        <pc:spChg chg="mod">
          <ac:chgData name="Santiago Calvo Prieto" userId="23b50df7-8b36-4492-8ab1-5009613690c3" providerId="ADAL" clId="{AD3D59D9-A9AF-429F-BBD3-F57A4F8E642B}" dt="2026-05-04T09:53:52.441" v="2144" actId="404"/>
          <ac:spMkLst>
            <pc:docMk/>
            <pc:sldMk cId="0" sldId="259"/>
            <ac:spMk id="30" creationId="{00000000-0000-0000-0000-000000000000}"/>
          </ac:spMkLst>
        </pc:spChg>
        <pc:spChg chg="mod">
          <ac:chgData name="Santiago Calvo Prieto" userId="23b50df7-8b36-4492-8ab1-5009613690c3" providerId="ADAL" clId="{AD3D59D9-A9AF-429F-BBD3-F57A4F8E642B}" dt="2026-04-30T07:49:12.625" v="111" actId="20577"/>
          <ac:spMkLst>
            <pc:docMk/>
            <pc:sldMk cId="0" sldId="259"/>
            <ac:spMk id="31" creationId="{00000000-0000-0000-0000-000000000000}"/>
          </ac:spMkLst>
        </pc:spChg>
        <pc:spChg chg="add mod">
          <ac:chgData name="Santiago Calvo Prieto" userId="23b50df7-8b36-4492-8ab1-5009613690c3" providerId="ADAL" clId="{AD3D59D9-A9AF-429F-BBD3-F57A4F8E642B}" dt="2026-05-04T09:53:42.320" v="2143" actId="14100"/>
          <ac:spMkLst>
            <pc:docMk/>
            <pc:sldMk cId="0" sldId="259"/>
            <ac:spMk id="33" creationId="{294326C1-34BF-D520-3407-750E3C5AAEFA}"/>
          </ac:spMkLst>
        </pc:spChg>
        <pc:spChg chg="add mod">
          <ac:chgData name="Santiago Calvo Prieto" userId="23b50df7-8b36-4492-8ab1-5009613690c3" providerId="ADAL" clId="{AD3D59D9-A9AF-429F-BBD3-F57A4F8E642B}" dt="2026-05-04T09:53:42.320" v="2143" actId="14100"/>
          <ac:spMkLst>
            <pc:docMk/>
            <pc:sldMk cId="0" sldId="259"/>
            <ac:spMk id="34" creationId="{D2C44E54-4326-EA62-FDA1-A11C5D1F1F56}"/>
          </ac:spMkLst>
        </pc:spChg>
        <pc:spChg chg="add mod">
          <ac:chgData name="Santiago Calvo Prieto" userId="23b50df7-8b36-4492-8ab1-5009613690c3" providerId="ADAL" clId="{AD3D59D9-A9AF-429F-BBD3-F57A4F8E642B}" dt="2026-05-04T09:53:42.320" v="2143" actId="14100"/>
          <ac:spMkLst>
            <pc:docMk/>
            <pc:sldMk cId="0" sldId="259"/>
            <ac:spMk id="35" creationId="{92E52EFA-CD8A-B025-8187-9360A54861B1}"/>
          </ac:spMkLst>
        </pc:spChg>
        <pc:spChg chg="add mod">
          <ac:chgData name="Santiago Calvo Prieto" userId="23b50df7-8b36-4492-8ab1-5009613690c3" providerId="ADAL" clId="{AD3D59D9-A9AF-429F-BBD3-F57A4F8E642B}" dt="2026-05-04T09:53:42.320" v="2143" actId="14100"/>
          <ac:spMkLst>
            <pc:docMk/>
            <pc:sldMk cId="0" sldId="259"/>
            <ac:spMk id="37" creationId="{42847391-ED5C-9C95-4A96-6C8A425C44CD}"/>
          </ac:spMkLst>
        </pc:spChg>
        <pc:spChg chg="add mod">
          <ac:chgData name="Santiago Calvo Prieto" userId="23b50df7-8b36-4492-8ab1-5009613690c3" providerId="ADAL" clId="{AD3D59D9-A9AF-429F-BBD3-F57A4F8E642B}" dt="2026-05-04T09:54:39.127" v="2148" actId="1076"/>
          <ac:spMkLst>
            <pc:docMk/>
            <pc:sldMk cId="0" sldId="259"/>
            <ac:spMk id="38" creationId="{3BADE0DD-CF52-09A6-C424-E59535F3B27A}"/>
          </ac:spMkLst>
        </pc:spChg>
        <pc:spChg chg="add mod ord">
          <ac:chgData name="Santiago Calvo Prieto" userId="23b50df7-8b36-4492-8ab1-5009613690c3" providerId="ADAL" clId="{AD3D59D9-A9AF-429F-BBD3-F57A4F8E642B}" dt="2026-05-04T09:54:39.127" v="2148" actId="1076"/>
          <ac:spMkLst>
            <pc:docMk/>
            <pc:sldMk cId="0" sldId="259"/>
            <ac:spMk id="40" creationId="{2446C6B6-3F4C-E30A-6CC1-29F1C7657777}"/>
          </ac:spMkLst>
        </pc:spChg>
        <pc:spChg chg="add mod">
          <ac:chgData name="Santiago Calvo Prieto" userId="23b50df7-8b36-4492-8ab1-5009613690c3" providerId="ADAL" clId="{AD3D59D9-A9AF-429F-BBD3-F57A4F8E642B}" dt="2026-05-04T09:45:53.175" v="2130" actId="207"/>
          <ac:spMkLst>
            <pc:docMk/>
            <pc:sldMk cId="0" sldId="259"/>
            <ac:spMk id="46" creationId="{214813A0-1372-09DD-7B5C-FAB539D3E627}"/>
          </ac:spMkLst>
        </pc:spChg>
        <pc:grpChg chg="add mod">
          <ac:chgData name="Santiago Calvo Prieto" userId="23b50df7-8b36-4492-8ab1-5009613690c3" providerId="ADAL" clId="{AD3D59D9-A9AF-429F-BBD3-F57A4F8E642B}" dt="2026-05-04T09:53:34.926" v="2141" actId="1076"/>
          <ac:grpSpMkLst>
            <pc:docMk/>
            <pc:sldMk cId="0" sldId="259"/>
            <ac:grpSpMk id="41" creationId="{22C2F967-D0E1-C685-7804-7FD8248F99BE}"/>
          </ac:grpSpMkLst>
        </pc:grpChg>
        <pc:grpChg chg="add mod">
          <ac:chgData name="Santiago Calvo Prieto" userId="23b50df7-8b36-4492-8ab1-5009613690c3" providerId="ADAL" clId="{AD3D59D9-A9AF-429F-BBD3-F57A4F8E642B}" dt="2026-05-04T09:52:44.533" v="2138" actId="1076"/>
          <ac:grpSpMkLst>
            <pc:docMk/>
            <pc:sldMk cId="0" sldId="259"/>
            <ac:grpSpMk id="42" creationId="{5A290DEE-3187-17FD-8025-1D62FE885189}"/>
          </ac:grpSpMkLst>
        </pc:grpChg>
        <pc:grpChg chg="add mod">
          <ac:chgData name="Santiago Calvo Prieto" userId="23b50df7-8b36-4492-8ab1-5009613690c3" providerId="ADAL" clId="{AD3D59D9-A9AF-429F-BBD3-F57A4F8E642B}" dt="2026-05-04T09:52:21.420" v="2134" actId="1076"/>
          <ac:grpSpMkLst>
            <pc:docMk/>
            <pc:sldMk cId="0" sldId="259"/>
            <ac:grpSpMk id="43" creationId="{2F457BC4-B7CB-2635-B927-1FEF62BD05F6}"/>
          </ac:grpSpMkLst>
        </pc:grpChg>
        <pc:grpChg chg="add mod">
          <ac:chgData name="Santiago Calvo Prieto" userId="23b50df7-8b36-4492-8ab1-5009613690c3" providerId="ADAL" clId="{AD3D59D9-A9AF-429F-BBD3-F57A4F8E642B}" dt="2026-05-04T09:52:00.146" v="2131" actId="1076"/>
          <ac:grpSpMkLst>
            <pc:docMk/>
            <pc:sldMk cId="0" sldId="259"/>
            <ac:grpSpMk id="44" creationId="{0B962760-0DCA-7803-6905-FB712DD293AE}"/>
          </ac:grpSpMkLst>
        </pc:grpChg>
        <pc:grpChg chg="add mod">
          <ac:chgData name="Santiago Calvo Prieto" userId="23b50df7-8b36-4492-8ab1-5009613690c3" providerId="ADAL" clId="{AD3D59D9-A9AF-429F-BBD3-F57A4F8E642B}" dt="2026-05-04T09:53:42.320" v="2143" actId="14100"/>
          <ac:grpSpMkLst>
            <pc:docMk/>
            <pc:sldMk cId="0" sldId="259"/>
            <ac:grpSpMk id="45" creationId="{A6500A08-7BB9-06D5-4302-E354554296F3}"/>
          </ac:grpSpMkLst>
        </pc:grpChg>
        <pc:picChg chg="add mod">
          <ac:chgData name="Santiago Calvo Prieto" userId="23b50df7-8b36-4492-8ab1-5009613690c3" providerId="ADAL" clId="{AD3D59D9-A9AF-429F-BBD3-F57A4F8E642B}" dt="2026-05-04T09:53:42.320" v="2143" actId="14100"/>
          <ac:picMkLst>
            <pc:docMk/>
            <pc:sldMk cId="0" sldId="259"/>
            <ac:picMk id="1026" creationId="{53EDA443-01ED-2B5E-6321-73EAD53973ED}"/>
          </ac:picMkLst>
        </pc:picChg>
      </pc:sldChg>
      <pc:sldChg chg="addSp modSp mod">
        <pc:chgData name="Santiago Calvo Prieto" userId="23b50df7-8b36-4492-8ab1-5009613690c3" providerId="ADAL" clId="{AD3D59D9-A9AF-429F-BBD3-F57A4F8E642B}" dt="2026-04-30T13:13:28.343" v="1930" actId="207"/>
        <pc:sldMkLst>
          <pc:docMk/>
          <pc:sldMk cId="0" sldId="260"/>
        </pc:sldMkLst>
        <pc:spChg chg="mod">
          <ac:chgData name="Santiago Calvo Prieto" userId="23b50df7-8b36-4492-8ab1-5009613690c3" providerId="ADAL" clId="{AD3D59D9-A9AF-429F-BBD3-F57A4F8E642B}" dt="2026-04-30T10:59:09.920" v="984" actId="1076"/>
          <ac:spMkLst>
            <pc:docMk/>
            <pc:sldMk cId="0" sldId="260"/>
            <ac:spMk id="4" creationId="{00000000-0000-0000-0000-000000000000}"/>
          </ac:spMkLst>
        </pc:spChg>
        <pc:spChg chg="mod">
          <ac:chgData name="Santiago Calvo Prieto" userId="23b50df7-8b36-4492-8ab1-5009613690c3" providerId="ADAL" clId="{AD3D59D9-A9AF-429F-BBD3-F57A4F8E642B}" dt="2026-04-30T11:05:40.756" v="1123" actId="207"/>
          <ac:spMkLst>
            <pc:docMk/>
            <pc:sldMk cId="0" sldId="260"/>
            <ac:spMk id="5" creationId="{00000000-0000-0000-0000-000000000000}"/>
          </ac:spMkLst>
        </pc:spChg>
        <pc:spChg chg="mod">
          <ac:chgData name="Santiago Calvo Prieto" userId="23b50df7-8b36-4492-8ab1-5009613690c3" providerId="ADAL" clId="{AD3D59D9-A9AF-429F-BBD3-F57A4F8E642B}" dt="2026-04-30T11:17:20.112" v="1383" actId="20577"/>
          <ac:spMkLst>
            <pc:docMk/>
            <pc:sldMk cId="0" sldId="260"/>
            <ac:spMk id="6" creationId="{00000000-0000-0000-0000-000000000000}"/>
          </ac:spMkLst>
        </pc:spChg>
        <pc:spChg chg="mod">
          <ac:chgData name="Santiago Calvo Prieto" userId="23b50df7-8b36-4492-8ab1-5009613690c3" providerId="ADAL" clId="{AD3D59D9-A9AF-429F-BBD3-F57A4F8E642B}" dt="2026-04-30T11:10:58.469" v="1246" actId="20577"/>
          <ac:spMkLst>
            <pc:docMk/>
            <pc:sldMk cId="0" sldId="260"/>
            <ac:spMk id="7" creationId="{00000000-0000-0000-0000-000000000000}"/>
          </ac:spMkLst>
        </pc:spChg>
        <pc:spChg chg="mod">
          <ac:chgData name="Santiago Calvo Prieto" userId="23b50df7-8b36-4492-8ab1-5009613690c3" providerId="ADAL" clId="{AD3D59D9-A9AF-429F-BBD3-F57A4F8E642B}" dt="2026-04-30T10:57:46.594" v="978" actId="20577"/>
          <ac:spMkLst>
            <pc:docMk/>
            <pc:sldMk cId="0" sldId="260"/>
            <ac:spMk id="8" creationId="{00000000-0000-0000-0000-000000000000}"/>
          </ac:spMkLst>
        </pc:spChg>
        <pc:spChg chg="mod">
          <ac:chgData name="Santiago Calvo Prieto" userId="23b50df7-8b36-4492-8ab1-5009613690c3" providerId="ADAL" clId="{AD3D59D9-A9AF-429F-BBD3-F57A4F8E642B}" dt="2026-04-30T13:12:28.257" v="1921" actId="207"/>
          <ac:spMkLst>
            <pc:docMk/>
            <pc:sldMk cId="0" sldId="260"/>
            <ac:spMk id="10" creationId="{00000000-0000-0000-0000-000000000000}"/>
          </ac:spMkLst>
        </pc:spChg>
        <pc:spChg chg="mod">
          <ac:chgData name="Santiago Calvo Prieto" userId="23b50df7-8b36-4492-8ab1-5009613690c3" providerId="ADAL" clId="{AD3D59D9-A9AF-429F-BBD3-F57A4F8E642B}" dt="2026-04-30T11:16:57.618" v="1382" actId="20577"/>
          <ac:spMkLst>
            <pc:docMk/>
            <pc:sldMk cId="0" sldId="260"/>
            <ac:spMk id="11" creationId="{00000000-0000-0000-0000-000000000000}"/>
          </ac:spMkLst>
        </pc:spChg>
        <pc:spChg chg="mod">
          <ac:chgData name="Santiago Calvo Prieto" userId="23b50df7-8b36-4492-8ab1-5009613690c3" providerId="ADAL" clId="{AD3D59D9-A9AF-429F-BBD3-F57A4F8E642B}" dt="2026-04-30T11:11:54.333" v="1252"/>
          <ac:spMkLst>
            <pc:docMk/>
            <pc:sldMk cId="0" sldId="260"/>
            <ac:spMk id="12" creationId="{00000000-0000-0000-0000-000000000000}"/>
          </ac:spMkLst>
        </pc:spChg>
        <pc:spChg chg="mod">
          <ac:chgData name="Santiago Calvo Prieto" userId="23b50df7-8b36-4492-8ab1-5009613690c3" providerId="ADAL" clId="{AD3D59D9-A9AF-429F-BBD3-F57A4F8E642B}" dt="2026-04-30T11:14:55.661" v="1255"/>
          <ac:spMkLst>
            <pc:docMk/>
            <pc:sldMk cId="0" sldId="260"/>
            <ac:spMk id="13" creationId="{00000000-0000-0000-0000-000000000000}"/>
          </ac:spMkLst>
        </pc:spChg>
        <pc:spChg chg="mod">
          <ac:chgData name="Santiago Calvo Prieto" userId="23b50df7-8b36-4492-8ab1-5009613690c3" providerId="ADAL" clId="{AD3D59D9-A9AF-429F-BBD3-F57A4F8E642B}" dt="2026-04-30T10:58:49.364" v="981" actId="1076"/>
          <ac:spMkLst>
            <pc:docMk/>
            <pc:sldMk cId="0" sldId="260"/>
            <ac:spMk id="14" creationId="{00000000-0000-0000-0000-000000000000}"/>
          </ac:spMkLst>
        </pc:spChg>
        <pc:spChg chg="mod">
          <ac:chgData name="Santiago Calvo Prieto" userId="23b50df7-8b36-4492-8ab1-5009613690c3" providerId="ADAL" clId="{AD3D59D9-A9AF-429F-BBD3-F57A4F8E642B}" dt="2026-04-30T13:13:07.441" v="1925" actId="207"/>
          <ac:spMkLst>
            <pc:docMk/>
            <pc:sldMk cId="0" sldId="260"/>
            <ac:spMk id="15" creationId="{00000000-0000-0000-0000-000000000000}"/>
          </ac:spMkLst>
        </pc:spChg>
        <pc:spChg chg="mod">
          <ac:chgData name="Santiago Calvo Prieto" userId="23b50df7-8b36-4492-8ab1-5009613690c3" providerId="ADAL" clId="{AD3D59D9-A9AF-429F-BBD3-F57A4F8E642B}" dt="2026-04-30T11:17:24.600" v="1388" actId="20577"/>
          <ac:spMkLst>
            <pc:docMk/>
            <pc:sldMk cId="0" sldId="260"/>
            <ac:spMk id="16" creationId="{00000000-0000-0000-0000-000000000000}"/>
          </ac:spMkLst>
        </pc:spChg>
        <pc:spChg chg="mod">
          <ac:chgData name="Santiago Calvo Prieto" userId="23b50df7-8b36-4492-8ab1-5009613690c3" providerId="ADAL" clId="{AD3D59D9-A9AF-429F-BBD3-F57A4F8E642B}" dt="2026-04-30T11:15:08.337" v="1256"/>
          <ac:spMkLst>
            <pc:docMk/>
            <pc:sldMk cId="0" sldId="260"/>
            <ac:spMk id="17" creationId="{00000000-0000-0000-0000-000000000000}"/>
          </ac:spMkLst>
        </pc:spChg>
        <pc:spChg chg="mod">
          <ac:chgData name="Santiago Calvo Prieto" userId="23b50df7-8b36-4492-8ab1-5009613690c3" providerId="ADAL" clId="{AD3D59D9-A9AF-429F-BBD3-F57A4F8E642B}" dt="2026-04-30T11:15:14.432" v="1257"/>
          <ac:spMkLst>
            <pc:docMk/>
            <pc:sldMk cId="0" sldId="260"/>
            <ac:spMk id="18" creationId="{00000000-0000-0000-0000-000000000000}"/>
          </ac:spMkLst>
        </pc:spChg>
        <pc:spChg chg="mod">
          <ac:chgData name="Santiago Calvo Prieto" userId="23b50df7-8b36-4492-8ab1-5009613690c3" providerId="ADAL" clId="{AD3D59D9-A9AF-429F-BBD3-F57A4F8E642B}" dt="2026-04-30T13:13:16.219" v="1928" actId="207"/>
          <ac:spMkLst>
            <pc:docMk/>
            <pc:sldMk cId="0" sldId="260"/>
            <ac:spMk id="20" creationId="{00000000-0000-0000-0000-000000000000}"/>
          </ac:spMkLst>
        </pc:spChg>
        <pc:spChg chg="mod">
          <ac:chgData name="Santiago Calvo Prieto" userId="23b50df7-8b36-4492-8ab1-5009613690c3" providerId="ADAL" clId="{AD3D59D9-A9AF-429F-BBD3-F57A4F8E642B}" dt="2026-04-30T11:17:21.374" v="1384" actId="20577"/>
          <ac:spMkLst>
            <pc:docMk/>
            <pc:sldMk cId="0" sldId="260"/>
            <ac:spMk id="21" creationId="{00000000-0000-0000-0000-000000000000}"/>
          </ac:spMkLst>
        </pc:spChg>
        <pc:spChg chg="mod">
          <ac:chgData name="Santiago Calvo Prieto" userId="23b50df7-8b36-4492-8ab1-5009613690c3" providerId="ADAL" clId="{AD3D59D9-A9AF-429F-BBD3-F57A4F8E642B}" dt="2026-04-30T11:15:40.003" v="1313" actId="20577"/>
          <ac:spMkLst>
            <pc:docMk/>
            <pc:sldMk cId="0" sldId="260"/>
            <ac:spMk id="22" creationId="{00000000-0000-0000-0000-000000000000}"/>
          </ac:spMkLst>
        </pc:spChg>
        <pc:spChg chg="mod">
          <ac:chgData name="Santiago Calvo Prieto" userId="23b50df7-8b36-4492-8ab1-5009613690c3" providerId="ADAL" clId="{AD3D59D9-A9AF-429F-BBD3-F57A4F8E642B}" dt="2026-04-30T11:16:03.945" v="1373" actId="20577"/>
          <ac:spMkLst>
            <pc:docMk/>
            <pc:sldMk cId="0" sldId="260"/>
            <ac:spMk id="23" creationId="{00000000-0000-0000-0000-000000000000}"/>
          </ac:spMkLst>
        </pc:spChg>
        <pc:spChg chg="mod">
          <ac:chgData name="Santiago Calvo Prieto" userId="23b50df7-8b36-4492-8ab1-5009613690c3" providerId="ADAL" clId="{AD3D59D9-A9AF-429F-BBD3-F57A4F8E642B}" dt="2026-04-30T13:13:28.343" v="1930" actId="207"/>
          <ac:spMkLst>
            <pc:docMk/>
            <pc:sldMk cId="0" sldId="260"/>
            <ac:spMk id="25" creationId="{00000000-0000-0000-0000-000000000000}"/>
          </ac:spMkLst>
        </pc:spChg>
        <pc:spChg chg="mod">
          <ac:chgData name="Santiago Calvo Prieto" userId="23b50df7-8b36-4492-8ab1-5009613690c3" providerId="ADAL" clId="{AD3D59D9-A9AF-429F-BBD3-F57A4F8E642B}" dt="2026-04-30T11:17:22.581" v="1385" actId="20577"/>
          <ac:spMkLst>
            <pc:docMk/>
            <pc:sldMk cId="0" sldId="260"/>
            <ac:spMk id="26" creationId="{00000000-0000-0000-0000-000000000000}"/>
          </ac:spMkLst>
        </pc:spChg>
        <pc:spChg chg="mod">
          <ac:chgData name="Santiago Calvo Prieto" userId="23b50df7-8b36-4492-8ab1-5009613690c3" providerId="ADAL" clId="{AD3D59D9-A9AF-429F-BBD3-F57A4F8E642B}" dt="2026-04-30T10:58:50.018" v="982" actId="1076"/>
          <ac:spMkLst>
            <pc:docMk/>
            <pc:sldMk cId="0" sldId="260"/>
            <ac:spMk id="29" creationId="{00000000-0000-0000-0000-000000000000}"/>
          </ac:spMkLst>
        </pc:spChg>
        <pc:spChg chg="mod">
          <ac:chgData name="Santiago Calvo Prieto" userId="23b50df7-8b36-4492-8ab1-5009613690c3" providerId="ADAL" clId="{AD3D59D9-A9AF-429F-BBD3-F57A4F8E642B}" dt="2026-04-30T11:17:26.129" v="1390" actId="20577"/>
          <ac:spMkLst>
            <pc:docMk/>
            <pc:sldMk cId="0" sldId="260"/>
            <ac:spMk id="31" creationId="{00000000-0000-0000-0000-000000000000}"/>
          </ac:spMkLst>
        </pc:spChg>
        <pc:spChg chg="add mod">
          <ac:chgData name="Santiago Calvo Prieto" userId="23b50df7-8b36-4492-8ab1-5009613690c3" providerId="ADAL" clId="{AD3D59D9-A9AF-429F-BBD3-F57A4F8E642B}" dt="2026-04-30T11:11:25.370" v="1251" actId="1076"/>
          <ac:spMkLst>
            <pc:docMk/>
            <pc:sldMk cId="0" sldId="260"/>
            <ac:spMk id="34" creationId="{0D0EC37E-FF6E-8AA6-EE11-607B5DA161A0}"/>
          </ac:spMkLst>
        </pc:spChg>
        <pc:spChg chg="add mod">
          <ac:chgData name="Santiago Calvo Prieto" userId="23b50df7-8b36-4492-8ab1-5009613690c3" providerId="ADAL" clId="{AD3D59D9-A9AF-429F-BBD3-F57A4F8E642B}" dt="2026-04-30T11:12:10.210" v="1254" actId="1076"/>
          <ac:spMkLst>
            <pc:docMk/>
            <pc:sldMk cId="0" sldId="260"/>
            <ac:spMk id="35" creationId="{BC83D2F3-C76E-92E8-45FD-40416AF3CEC6}"/>
          </ac:spMkLst>
        </pc:spChg>
      </pc:sldChg>
      <pc:sldChg chg="modSp mod">
        <pc:chgData name="Santiago Calvo Prieto" userId="23b50df7-8b36-4492-8ab1-5009613690c3" providerId="ADAL" clId="{AD3D59D9-A9AF-429F-BBD3-F57A4F8E642B}" dt="2026-04-30T11:00:08.749" v="1048" actId="207"/>
        <pc:sldMkLst>
          <pc:docMk/>
          <pc:sldMk cId="0" sldId="261"/>
        </pc:sldMkLst>
        <pc:spChg chg="mod">
          <ac:chgData name="Santiago Calvo Prieto" userId="23b50df7-8b36-4492-8ab1-5009613690c3" providerId="ADAL" clId="{AD3D59D9-A9AF-429F-BBD3-F57A4F8E642B}" dt="2026-04-30T11:00:08.749" v="1048" actId="207"/>
          <ac:spMkLst>
            <pc:docMk/>
            <pc:sldMk cId="0" sldId="261"/>
            <ac:spMk id="3" creationId="{00000000-0000-0000-0000-000000000000}"/>
          </ac:spMkLst>
        </pc:spChg>
      </pc:sldChg>
      <pc:sldChg chg="addSp delSp modSp mod">
        <pc:chgData name="Santiago Calvo Prieto" userId="23b50df7-8b36-4492-8ab1-5009613690c3" providerId="ADAL" clId="{AD3D59D9-A9AF-429F-BBD3-F57A4F8E642B}" dt="2026-04-30T11:00:54.045" v="1087" actId="207"/>
        <pc:sldMkLst>
          <pc:docMk/>
          <pc:sldMk cId="0" sldId="262"/>
        </pc:sldMkLst>
        <pc:spChg chg="mod">
          <ac:chgData name="Santiago Calvo Prieto" userId="23b50df7-8b36-4492-8ab1-5009613690c3" providerId="ADAL" clId="{AD3D59D9-A9AF-429F-BBD3-F57A4F8E642B}" dt="2026-04-30T11:00:54.045" v="1087" actId="207"/>
          <ac:spMkLst>
            <pc:docMk/>
            <pc:sldMk cId="0" sldId="262"/>
            <ac:spMk id="3" creationId="{00000000-0000-0000-0000-000000000000}"/>
          </ac:spMkLst>
        </pc:spChg>
        <pc:spChg chg="mod">
          <ac:chgData name="Santiago Calvo Prieto" userId="23b50df7-8b36-4492-8ab1-5009613690c3" providerId="ADAL" clId="{AD3D59D9-A9AF-429F-BBD3-F57A4F8E642B}" dt="2026-04-30T08:08:20.782" v="321" actId="164"/>
          <ac:spMkLst>
            <pc:docMk/>
            <pc:sldMk cId="0" sldId="262"/>
            <ac:spMk id="4" creationId="{00000000-0000-0000-0000-000000000000}"/>
          </ac:spMkLst>
        </pc:spChg>
        <pc:spChg chg="mod">
          <ac:chgData name="Santiago Calvo Prieto" userId="23b50df7-8b36-4492-8ab1-5009613690c3" providerId="ADAL" clId="{AD3D59D9-A9AF-429F-BBD3-F57A4F8E642B}" dt="2026-04-30T08:08:20.782" v="321" actId="164"/>
          <ac:spMkLst>
            <pc:docMk/>
            <pc:sldMk cId="0" sldId="262"/>
            <ac:spMk id="5" creationId="{00000000-0000-0000-0000-000000000000}"/>
          </ac:spMkLst>
        </pc:spChg>
        <pc:spChg chg="mod">
          <ac:chgData name="Santiago Calvo Prieto" userId="23b50df7-8b36-4492-8ab1-5009613690c3" providerId="ADAL" clId="{AD3D59D9-A9AF-429F-BBD3-F57A4F8E642B}" dt="2026-04-30T08:08:20.782" v="321" actId="164"/>
          <ac:spMkLst>
            <pc:docMk/>
            <pc:sldMk cId="0" sldId="262"/>
            <ac:spMk id="6" creationId="{00000000-0000-0000-0000-000000000000}"/>
          </ac:spMkLst>
        </pc:spChg>
        <pc:spChg chg="mod">
          <ac:chgData name="Santiago Calvo Prieto" userId="23b50df7-8b36-4492-8ab1-5009613690c3" providerId="ADAL" clId="{AD3D59D9-A9AF-429F-BBD3-F57A4F8E642B}" dt="2026-04-30T08:08:20.782" v="321" actId="164"/>
          <ac:spMkLst>
            <pc:docMk/>
            <pc:sldMk cId="0" sldId="262"/>
            <ac:spMk id="7" creationId="{00000000-0000-0000-0000-000000000000}"/>
          </ac:spMkLst>
        </pc:spChg>
        <pc:spChg chg="mod">
          <ac:chgData name="Santiago Calvo Prieto" userId="23b50df7-8b36-4492-8ab1-5009613690c3" providerId="ADAL" clId="{AD3D59D9-A9AF-429F-BBD3-F57A4F8E642B}" dt="2026-04-30T08:08:20.782" v="321" actId="164"/>
          <ac:spMkLst>
            <pc:docMk/>
            <pc:sldMk cId="0" sldId="262"/>
            <ac:spMk id="8" creationId="{00000000-0000-0000-0000-000000000000}"/>
          </ac:spMkLst>
        </pc:spChg>
        <pc:grpChg chg="add mod">
          <ac:chgData name="Santiago Calvo Prieto" userId="23b50df7-8b36-4492-8ab1-5009613690c3" providerId="ADAL" clId="{AD3D59D9-A9AF-429F-BBD3-F57A4F8E642B}" dt="2026-04-30T08:08:29.672" v="326" actId="14100"/>
          <ac:grpSpMkLst>
            <pc:docMk/>
            <pc:sldMk cId="0" sldId="262"/>
            <ac:grpSpMk id="36" creationId="{D8D3F7A3-0AE2-76B5-2C2D-A6F4F28A2665}"/>
          </ac:grpSpMkLst>
        </pc:grpChg>
      </pc:sldChg>
      <pc:sldChg chg="delSp modSp mod">
        <pc:chgData name="Santiago Calvo Prieto" userId="23b50df7-8b36-4492-8ab1-5009613690c3" providerId="ADAL" clId="{AD3D59D9-A9AF-429F-BBD3-F57A4F8E642B}" dt="2026-05-04T09:58:55.331" v="2182" actId="478"/>
        <pc:sldMkLst>
          <pc:docMk/>
          <pc:sldMk cId="0" sldId="265"/>
        </pc:sldMkLst>
        <pc:spChg chg="del mod">
          <ac:chgData name="Santiago Calvo Prieto" userId="23b50df7-8b36-4492-8ab1-5009613690c3" providerId="ADAL" clId="{AD3D59D9-A9AF-429F-BBD3-F57A4F8E642B}" dt="2026-05-04T09:58:07.687" v="2163" actId="478"/>
          <ac:spMkLst>
            <pc:docMk/>
            <pc:sldMk cId="0" sldId="265"/>
            <ac:spMk id="4" creationId="{00000000-0000-0000-0000-000000000000}"/>
          </ac:spMkLst>
        </pc:spChg>
        <pc:spChg chg="del mod">
          <ac:chgData name="Santiago Calvo Prieto" userId="23b50df7-8b36-4492-8ab1-5009613690c3" providerId="ADAL" clId="{AD3D59D9-A9AF-429F-BBD3-F57A4F8E642B}" dt="2026-05-04T09:58:46.363" v="2172" actId="478"/>
          <ac:spMkLst>
            <pc:docMk/>
            <pc:sldMk cId="0" sldId="265"/>
            <ac:spMk id="6" creationId="{00000000-0000-0000-0000-000000000000}"/>
          </ac:spMkLst>
        </pc:spChg>
        <pc:spChg chg="del">
          <ac:chgData name="Santiago Calvo Prieto" userId="23b50df7-8b36-4492-8ab1-5009613690c3" providerId="ADAL" clId="{AD3D59D9-A9AF-429F-BBD3-F57A4F8E642B}" dt="2026-05-04T09:58:55.331" v="2182" actId="478"/>
          <ac:spMkLst>
            <pc:docMk/>
            <pc:sldMk cId="0" sldId="265"/>
            <ac:spMk id="7" creationId="{00000000-0000-0000-0000-000000000000}"/>
          </ac:spMkLst>
        </pc:spChg>
        <pc:spChg chg="mod">
          <ac:chgData name="Santiago Calvo Prieto" userId="23b50df7-8b36-4492-8ab1-5009613690c3" providerId="ADAL" clId="{AD3D59D9-A9AF-429F-BBD3-F57A4F8E642B}" dt="2026-05-04T09:58:54.019" v="2181" actId="403"/>
          <ac:spMkLst>
            <pc:docMk/>
            <pc:sldMk cId="0" sldId="265"/>
            <ac:spMk id="8" creationId="{00000000-0000-0000-0000-000000000000}"/>
          </ac:spMkLst>
        </pc:spChg>
        <pc:spChg chg="mod">
          <ac:chgData name="Santiago Calvo Prieto" userId="23b50df7-8b36-4492-8ab1-5009613690c3" providerId="ADAL" clId="{AD3D59D9-A9AF-429F-BBD3-F57A4F8E642B}" dt="2026-04-30T07:53:31.927" v="272" actId="20577"/>
          <ac:spMkLst>
            <pc:docMk/>
            <pc:sldMk cId="0" sldId="265"/>
            <ac:spMk id="9" creationId="{00000000-0000-0000-0000-000000000000}"/>
          </ac:spMkLst>
        </pc:spChg>
      </pc:sldChg>
      <pc:sldChg chg="modSp add mod ord">
        <pc:chgData name="Santiago Calvo Prieto" userId="23b50df7-8b36-4492-8ab1-5009613690c3" providerId="ADAL" clId="{AD3D59D9-A9AF-429F-BBD3-F57A4F8E642B}" dt="2026-05-04T09:59:17.477" v="2184" actId="20577"/>
        <pc:sldMkLst>
          <pc:docMk/>
          <pc:sldMk cId="2690234852" sldId="266"/>
        </pc:sldMkLst>
        <pc:spChg chg="mod">
          <ac:chgData name="Santiago Calvo Prieto" userId="23b50df7-8b36-4492-8ab1-5009613690c3" providerId="ADAL" clId="{AD3D59D9-A9AF-429F-BBD3-F57A4F8E642B}" dt="2026-04-30T13:14:41.364" v="1982" actId="20577"/>
          <ac:spMkLst>
            <pc:docMk/>
            <pc:sldMk cId="2690234852" sldId="266"/>
            <ac:spMk id="7" creationId="{BB70C274-8D67-9181-96E8-78AB7CEFABA0}"/>
          </ac:spMkLst>
        </pc:spChg>
        <pc:spChg chg="mod">
          <ac:chgData name="Santiago Calvo Prieto" userId="23b50df7-8b36-4492-8ab1-5009613690c3" providerId="ADAL" clId="{AD3D59D9-A9AF-429F-BBD3-F57A4F8E642B}" dt="2026-04-30T13:17:16.640" v="1985" actId="1076"/>
          <ac:spMkLst>
            <pc:docMk/>
            <pc:sldMk cId="2690234852" sldId="266"/>
            <ac:spMk id="8" creationId="{FF36A4AE-556C-7C1B-4D46-EE9ADE5A6457}"/>
          </ac:spMkLst>
        </pc:spChg>
        <pc:spChg chg="mod">
          <ac:chgData name="Santiago Calvo Prieto" userId="23b50df7-8b36-4492-8ab1-5009613690c3" providerId="ADAL" clId="{AD3D59D9-A9AF-429F-BBD3-F57A4F8E642B}" dt="2026-04-30T13:18:33.450" v="2061" actId="20577"/>
          <ac:spMkLst>
            <pc:docMk/>
            <pc:sldMk cId="2690234852" sldId="266"/>
            <ac:spMk id="11" creationId="{9C0C9788-D92E-49B6-1874-55EEE9B81D41}"/>
          </ac:spMkLst>
        </pc:spChg>
        <pc:spChg chg="mod">
          <ac:chgData name="Santiago Calvo Prieto" userId="23b50df7-8b36-4492-8ab1-5009613690c3" providerId="ADAL" clId="{AD3D59D9-A9AF-429F-BBD3-F57A4F8E642B}" dt="2026-04-30T13:12:53.531" v="1922" actId="207"/>
          <ac:spMkLst>
            <pc:docMk/>
            <pc:sldMk cId="2690234852" sldId="266"/>
            <ac:spMk id="13" creationId="{B254C816-CD98-BDA0-AB7B-555358FD5A42}"/>
          </ac:spMkLst>
        </pc:spChg>
        <pc:spChg chg="mod">
          <ac:chgData name="Santiago Calvo Prieto" userId="23b50df7-8b36-4492-8ab1-5009613690c3" providerId="ADAL" clId="{AD3D59D9-A9AF-429F-BBD3-F57A4F8E642B}" dt="2026-05-04T09:59:17.477" v="2184" actId="20577"/>
          <ac:spMkLst>
            <pc:docMk/>
            <pc:sldMk cId="2690234852" sldId="266"/>
            <ac:spMk id="15" creationId="{D411D7AB-E55D-E661-39DD-8A351B55D059}"/>
          </ac:spMkLst>
        </pc:spChg>
      </pc:sldChg>
      <pc:sldChg chg="addSp modSp new mod ord">
        <pc:chgData name="Santiago Calvo Prieto" userId="23b50df7-8b36-4492-8ab1-5009613690c3" providerId="ADAL" clId="{AD3D59D9-A9AF-429F-BBD3-F57A4F8E642B}" dt="2026-04-30T10:39:00.233" v="405" actId="20577"/>
        <pc:sldMkLst>
          <pc:docMk/>
          <pc:sldMk cId="2491956850" sldId="267"/>
        </pc:sldMkLst>
        <pc:spChg chg="add mod">
          <ac:chgData name="Santiago Calvo Prieto" userId="23b50df7-8b36-4492-8ab1-5009613690c3" providerId="ADAL" clId="{AD3D59D9-A9AF-429F-BBD3-F57A4F8E642B}" dt="2026-04-30T10:39:00.233" v="405" actId="20577"/>
          <ac:spMkLst>
            <pc:docMk/>
            <pc:sldMk cId="2491956850" sldId="267"/>
            <ac:spMk id="2" creationId="{1DCB5AC0-24C8-28DE-B4C9-B1162AF91F77}"/>
          </ac:spMkLst>
        </pc:spChg>
      </pc:sldChg>
      <pc:sldChg chg="modSp add mod">
        <pc:chgData name="Santiago Calvo Prieto" userId="23b50df7-8b36-4492-8ab1-5009613690c3" providerId="ADAL" clId="{AD3D59D9-A9AF-429F-BBD3-F57A4F8E642B}" dt="2026-04-30T10:39:52.128" v="415" actId="20577"/>
        <pc:sldMkLst>
          <pc:docMk/>
          <pc:sldMk cId="3167314652" sldId="268"/>
        </pc:sldMkLst>
        <pc:spChg chg="mod">
          <ac:chgData name="Santiago Calvo Prieto" userId="23b50df7-8b36-4492-8ab1-5009613690c3" providerId="ADAL" clId="{AD3D59D9-A9AF-429F-BBD3-F57A4F8E642B}" dt="2026-04-30T10:39:52.128" v="415" actId="20577"/>
          <ac:spMkLst>
            <pc:docMk/>
            <pc:sldMk cId="3167314652" sldId="268"/>
            <ac:spMk id="2" creationId="{CF860121-77E6-8848-A6E5-F26C15B3F558}"/>
          </ac:spMkLst>
        </pc:spChg>
      </pc:sldChg>
      <pc:sldChg chg="add setBg">
        <pc:chgData name="Santiago Calvo Prieto" userId="23b50df7-8b36-4492-8ab1-5009613690c3" providerId="ADAL" clId="{AD3D59D9-A9AF-429F-BBD3-F57A4F8E642B}" dt="2026-04-30T10:39:40.104" v="406"/>
        <pc:sldMkLst>
          <pc:docMk/>
          <pc:sldMk cId="785986471" sldId="269"/>
        </pc:sldMkLst>
      </pc:sldChg>
      <pc:sldChg chg="add setBg">
        <pc:chgData name="Santiago Calvo Prieto" userId="23b50df7-8b36-4492-8ab1-5009613690c3" providerId="ADAL" clId="{AD3D59D9-A9AF-429F-BBD3-F57A4F8E642B}" dt="2026-04-30T10:39:40.104" v="406"/>
        <pc:sldMkLst>
          <pc:docMk/>
          <pc:sldMk cId="1016025305" sldId="272"/>
        </pc:sldMkLst>
      </pc:sldChg>
      <pc:sldChg chg="add setBg">
        <pc:chgData name="Santiago Calvo Prieto" userId="23b50df7-8b36-4492-8ab1-5009613690c3" providerId="ADAL" clId="{AD3D59D9-A9AF-429F-BBD3-F57A4F8E642B}" dt="2026-04-30T10:39:40.104" v="406"/>
        <pc:sldMkLst>
          <pc:docMk/>
          <pc:sldMk cId="2742441368" sldId="273"/>
        </pc:sldMkLst>
      </pc:sldChg>
      <pc:sldChg chg="add setBg">
        <pc:chgData name="Santiago Calvo Prieto" userId="23b50df7-8b36-4492-8ab1-5009613690c3" providerId="ADAL" clId="{AD3D59D9-A9AF-429F-BBD3-F57A4F8E642B}" dt="2026-04-30T10:39:40.104" v="406"/>
        <pc:sldMkLst>
          <pc:docMk/>
          <pc:sldMk cId="2518330588" sldId="275"/>
        </pc:sldMkLst>
      </pc:sldChg>
      <pc:sldChg chg="add setBg">
        <pc:chgData name="Santiago Calvo Prieto" userId="23b50df7-8b36-4492-8ab1-5009613690c3" providerId="ADAL" clId="{AD3D59D9-A9AF-429F-BBD3-F57A4F8E642B}" dt="2026-04-30T10:39:40.104" v="406"/>
        <pc:sldMkLst>
          <pc:docMk/>
          <pc:sldMk cId="3322809549" sldId="276"/>
        </pc:sldMkLst>
      </pc:sldChg>
      <pc:sldChg chg="add setBg">
        <pc:chgData name="Santiago Calvo Prieto" userId="23b50df7-8b36-4492-8ab1-5009613690c3" providerId="ADAL" clId="{AD3D59D9-A9AF-429F-BBD3-F57A4F8E642B}" dt="2026-04-30T10:39:40.104" v="406"/>
        <pc:sldMkLst>
          <pc:docMk/>
          <pc:sldMk cId="807269582" sldId="277"/>
        </pc:sldMkLst>
      </pc:sldChg>
      <pc:sldChg chg="add setBg">
        <pc:chgData name="Santiago Calvo Prieto" userId="23b50df7-8b36-4492-8ab1-5009613690c3" providerId="ADAL" clId="{AD3D59D9-A9AF-429F-BBD3-F57A4F8E642B}" dt="2026-04-30T10:39:40.104" v="406"/>
        <pc:sldMkLst>
          <pc:docMk/>
          <pc:sldMk cId="538600605" sldId="278"/>
        </pc:sldMkLst>
      </pc:sldChg>
      <pc:sldChg chg="add setBg">
        <pc:chgData name="Santiago Calvo Prieto" userId="23b50df7-8b36-4492-8ab1-5009613690c3" providerId="ADAL" clId="{AD3D59D9-A9AF-429F-BBD3-F57A4F8E642B}" dt="2026-04-30T10:40:13.668" v="416"/>
        <pc:sldMkLst>
          <pc:docMk/>
          <pc:sldMk cId="0" sldId="279"/>
        </pc:sldMkLst>
      </pc:sldChg>
      <pc:sldChg chg="add setBg">
        <pc:chgData name="Santiago Calvo Prieto" userId="23b50df7-8b36-4492-8ab1-5009613690c3" providerId="ADAL" clId="{AD3D59D9-A9AF-429F-BBD3-F57A4F8E642B}" dt="2026-04-30T10:40:30.219" v="417"/>
        <pc:sldMkLst>
          <pc:docMk/>
          <pc:sldMk cId="0" sldId="280"/>
        </pc:sldMkLst>
      </pc:sldChg>
      <pc:sldChg chg="addSp modSp new mod">
        <pc:chgData name="Santiago Calvo Prieto" userId="23b50df7-8b36-4492-8ab1-5009613690c3" providerId="ADAL" clId="{AD3D59D9-A9AF-429F-BBD3-F57A4F8E642B}" dt="2026-04-30T10:48:53.652" v="850" actId="20577"/>
        <pc:sldMkLst>
          <pc:docMk/>
          <pc:sldMk cId="2885807193" sldId="281"/>
        </pc:sldMkLst>
        <pc:spChg chg="add mod">
          <ac:chgData name="Santiago Calvo Prieto" userId="23b50df7-8b36-4492-8ab1-5009613690c3" providerId="ADAL" clId="{AD3D59D9-A9AF-429F-BBD3-F57A4F8E642B}" dt="2026-04-30T10:48:53.652" v="850" actId="20577"/>
          <ac:spMkLst>
            <pc:docMk/>
            <pc:sldMk cId="2885807193" sldId="281"/>
            <ac:spMk id="2" creationId="{003568C0-50C3-DBDF-9342-49BA09CEE084}"/>
          </ac:spMkLst>
        </pc:spChg>
      </pc:sldChg>
      <pc:sldChg chg="add setBg">
        <pc:chgData name="Santiago Calvo Prieto" userId="23b50df7-8b36-4492-8ab1-5009613690c3" providerId="ADAL" clId="{AD3D59D9-A9AF-429F-BBD3-F57A4F8E642B}" dt="2026-04-30T10:48:42.973" v="837"/>
        <pc:sldMkLst>
          <pc:docMk/>
          <pc:sldMk cId="0" sldId="282"/>
        </pc:sldMkLst>
      </pc:sldChg>
      <pc:sldChg chg="add setBg">
        <pc:chgData name="Santiago Calvo Prieto" userId="23b50df7-8b36-4492-8ab1-5009613690c3" providerId="ADAL" clId="{AD3D59D9-A9AF-429F-BBD3-F57A4F8E642B}" dt="2026-04-30T10:48:42.973" v="837"/>
        <pc:sldMkLst>
          <pc:docMk/>
          <pc:sldMk cId="0" sldId="283"/>
        </pc:sldMkLst>
      </pc:sldChg>
      <pc:sldChg chg="add setBg">
        <pc:chgData name="Santiago Calvo Prieto" userId="23b50df7-8b36-4492-8ab1-5009613690c3" providerId="ADAL" clId="{AD3D59D9-A9AF-429F-BBD3-F57A4F8E642B}" dt="2026-04-30T10:48:42.973" v="837"/>
        <pc:sldMkLst>
          <pc:docMk/>
          <pc:sldMk cId="0" sldId="284"/>
        </pc:sldMkLst>
      </pc:sldChg>
      <pc:sldChg chg="add setBg">
        <pc:chgData name="Santiago Calvo Prieto" userId="23b50df7-8b36-4492-8ab1-5009613690c3" providerId="ADAL" clId="{AD3D59D9-A9AF-429F-BBD3-F57A4F8E642B}" dt="2026-04-30T10:48:42.973" v="837"/>
        <pc:sldMkLst>
          <pc:docMk/>
          <pc:sldMk cId="0" sldId="285"/>
        </pc:sldMkLst>
      </pc:sldChg>
      <pc:sldChg chg="add setBg">
        <pc:chgData name="Santiago Calvo Prieto" userId="23b50df7-8b36-4492-8ab1-5009613690c3" providerId="ADAL" clId="{AD3D59D9-A9AF-429F-BBD3-F57A4F8E642B}" dt="2026-04-30T10:48:42.973" v="837"/>
        <pc:sldMkLst>
          <pc:docMk/>
          <pc:sldMk cId="0" sldId="286"/>
        </pc:sldMkLst>
      </pc:sldChg>
      <pc:sldChg chg="add setBg">
        <pc:chgData name="Santiago Calvo Prieto" userId="23b50df7-8b36-4492-8ab1-5009613690c3" providerId="ADAL" clId="{AD3D59D9-A9AF-429F-BBD3-F57A4F8E642B}" dt="2026-04-30T10:48:42.973" v="837"/>
        <pc:sldMkLst>
          <pc:docMk/>
          <pc:sldMk cId="0" sldId="287"/>
        </pc:sldMkLst>
      </pc:sldChg>
      <pc:sldChg chg="add setBg">
        <pc:chgData name="Santiago Calvo Prieto" userId="23b50df7-8b36-4492-8ab1-5009613690c3" providerId="ADAL" clId="{AD3D59D9-A9AF-429F-BBD3-F57A4F8E642B}" dt="2026-04-30T10:48:42.973" v="837"/>
        <pc:sldMkLst>
          <pc:docMk/>
          <pc:sldMk cId="0" sldId="288"/>
        </pc:sldMkLst>
      </pc:sldChg>
      <pc:sldChg chg="add setBg">
        <pc:chgData name="Santiago Calvo Prieto" userId="23b50df7-8b36-4492-8ab1-5009613690c3" providerId="ADAL" clId="{AD3D59D9-A9AF-429F-BBD3-F57A4F8E642B}" dt="2026-04-30T10:48:42.973" v="837"/>
        <pc:sldMkLst>
          <pc:docMk/>
          <pc:sldMk cId="0" sldId="289"/>
        </pc:sldMkLst>
      </pc:sldChg>
      <pc:sldChg chg="modSp mod">
        <pc:chgData name="Santiago Calvo Prieto" userId="23b50df7-8b36-4492-8ab1-5009613690c3" providerId="ADAL" clId="{AD3D59D9-A9AF-429F-BBD3-F57A4F8E642B}" dt="2026-04-30T13:12:21.040" v="1919" actId="208"/>
        <pc:sldMkLst>
          <pc:docMk/>
          <pc:sldMk cId="3102138853" sldId="290"/>
        </pc:sldMkLst>
        <pc:spChg chg="mod">
          <ac:chgData name="Santiago Calvo Prieto" userId="23b50df7-8b36-4492-8ab1-5009613690c3" providerId="ADAL" clId="{AD3D59D9-A9AF-429F-BBD3-F57A4F8E642B}" dt="2026-04-30T13:12:21.040" v="1919" actId="208"/>
          <ac:spMkLst>
            <pc:docMk/>
            <pc:sldMk cId="3102138853" sldId="290"/>
            <ac:spMk id="9" creationId="{AF7AE20F-8995-89A7-ED97-FA6627BA0487}"/>
          </ac:spMkLst>
        </pc:spChg>
      </pc:sldChg>
      <pc:sldChg chg="add setBg">
        <pc:chgData name="Santiago Calvo Prieto" userId="23b50df7-8b36-4492-8ab1-5009613690c3" providerId="ADAL" clId="{AD3D59D9-A9AF-429F-BBD3-F57A4F8E642B}" dt="2026-04-30T13:20:38.976" v="2067"/>
        <pc:sldMkLst>
          <pc:docMk/>
          <pc:sldMk cId="918691507" sldId="292"/>
        </pc:sldMkLst>
      </pc:sldChg>
      <pc:sldChg chg="add setBg">
        <pc:chgData name="Santiago Calvo Prieto" userId="23b50df7-8b36-4492-8ab1-5009613690c3" providerId="ADAL" clId="{AD3D59D9-A9AF-429F-BBD3-F57A4F8E642B}" dt="2026-04-30T13:21:00.054" v="2070"/>
        <pc:sldMkLst>
          <pc:docMk/>
          <pc:sldMk cId="236018502" sldId="293"/>
        </pc:sldMkLst>
      </pc:sldChg>
      <pc:sldChg chg="delSp modSp add mod">
        <pc:chgData name="Santiago Calvo Prieto" userId="23b50df7-8b36-4492-8ab1-5009613690c3" providerId="ADAL" clId="{AD3D59D9-A9AF-429F-BBD3-F57A4F8E642B}" dt="2026-05-04T09:57:32.847" v="2159" actId="20577"/>
        <pc:sldMkLst>
          <pc:docMk/>
          <pc:sldMk cId="2959508965" sldId="294"/>
        </pc:sldMkLst>
        <pc:spChg chg="del">
          <ac:chgData name="Santiago Calvo Prieto" userId="23b50df7-8b36-4492-8ab1-5009613690c3" providerId="ADAL" clId="{AD3D59D9-A9AF-429F-BBD3-F57A4F8E642B}" dt="2026-05-04T09:55:59.556" v="2149" actId="478"/>
          <ac:spMkLst>
            <pc:docMk/>
            <pc:sldMk cId="2959508965" sldId="294"/>
            <ac:spMk id="3" creationId="{08F1D072-0A5F-65C6-631A-925EC3B0D7BB}"/>
          </ac:spMkLst>
        </pc:spChg>
        <pc:spChg chg="mod">
          <ac:chgData name="Santiago Calvo Prieto" userId="23b50df7-8b36-4492-8ab1-5009613690c3" providerId="ADAL" clId="{AD3D59D9-A9AF-429F-BBD3-F57A4F8E642B}" dt="2026-05-04T09:57:32.847" v="2159" actId="20577"/>
          <ac:spMkLst>
            <pc:docMk/>
            <pc:sldMk cId="2959508965" sldId="294"/>
            <ac:spMk id="4" creationId="{B99B56D8-4EEC-B356-6B0E-078429D00C07}"/>
          </ac:spMkLst>
        </pc:spChg>
        <pc:spChg chg="mod">
          <ac:chgData name="Santiago Calvo Prieto" userId="23b50df7-8b36-4492-8ab1-5009613690c3" providerId="ADAL" clId="{AD3D59D9-A9AF-429F-BBD3-F57A4F8E642B}" dt="2026-05-04T09:57:21.782" v="2158" actId="1076"/>
          <ac:spMkLst>
            <pc:docMk/>
            <pc:sldMk cId="2959508965" sldId="294"/>
            <ac:spMk id="5" creationId="{1C62938E-1E38-D1E3-3110-91E5EA101312}"/>
          </ac:spMkLst>
        </pc:spChg>
        <pc:spChg chg="mod">
          <ac:chgData name="Santiago Calvo Prieto" userId="23b50df7-8b36-4492-8ab1-5009613690c3" providerId="ADAL" clId="{AD3D59D9-A9AF-429F-BBD3-F57A4F8E642B}" dt="2026-05-04T09:57:21.782" v="2158" actId="1076"/>
          <ac:spMkLst>
            <pc:docMk/>
            <pc:sldMk cId="2959508965" sldId="294"/>
            <ac:spMk id="8" creationId="{926C8E5F-A1D9-18FC-3315-920A3CB9D169}"/>
          </ac:spMkLst>
        </pc:spChg>
        <pc:spChg chg="mod">
          <ac:chgData name="Santiago Calvo Prieto" userId="23b50df7-8b36-4492-8ab1-5009613690c3" providerId="ADAL" clId="{AD3D59D9-A9AF-429F-BBD3-F57A4F8E642B}" dt="2026-05-04T09:57:21.782" v="2158" actId="1076"/>
          <ac:spMkLst>
            <pc:docMk/>
            <pc:sldMk cId="2959508965" sldId="294"/>
            <ac:spMk id="9" creationId="{FF87419E-6E2B-5377-373A-EBB7A0C9D1D9}"/>
          </ac:spMkLst>
        </pc:spChg>
        <pc:spChg chg="mod">
          <ac:chgData name="Santiago Calvo Prieto" userId="23b50df7-8b36-4492-8ab1-5009613690c3" providerId="ADAL" clId="{AD3D59D9-A9AF-429F-BBD3-F57A4F8E642B}" dt="2026-05-04T09:57:21.782" v="2158" actId="1076"/>
          <ac:spMkLst>
            <pc:docMk/>
            <pc:sldMk cId="2959508965" sldId="294"/>
            <ac:spMk id="10" creationId="{BF48B5C3-4A54-BF4D-3FD8-D21FB61DAD69}"/>
          </ac:spMkLst>
        </pc:spChg>
        <pc:spChg chg="mod">
          <ac:chgData name="Santiago Calvo Prieto" userId="23b50df7-8b36-4492-8ab1-5009613690c3" providerId="ADAL" clId="{AD3D59D9-A9AF-429F-BBD3-F57A4F8E642B}" dt="2026-05-04T09:57:21.782" v="2158" actId="1076"/>
          <ac:spMkLst>
            <pc:docMk/>
            <pc:sldMk cId="2959508965" sldId="294"/>
            <ac:spMk id="11" creationId="{D8FED3A6-0738-B0A3-A739-C43B7BB1608D}"/>
          </ac:spMkLst>
        </pc:spChg>
        <pc:spChg chg="mod">
          <ac:chgData name="Santiago Calvo Prieto" userId="23b50df7-8b36-4492-8ab1-5009613690c3" providerId="ADAL" clId="{AD3D59D9-A9AF-429F-BBD3-F57A4F8E642B}" dt="2026-05-04T09:57:21.782" v="2158" actId="1076"/>
          <ac:spMkLst>
            <pc:docMk/>
            <pc:sldMk cId="2959508965" sldId="294"/>
            <ac:spMk id="14" creationId="{2AAF1ED7-4242-57A7-C3FF-2BEC546EA173}"/>
          </ac:spMkLst>
        </pc:spChg>
        <pc:spChg chg="mod">
          <ac:chgData name="Santiago Calvo Prieto" userId="23b50df7-8b36-4492-8ab1-5009613690c3" providerId="ADAL" clId="{AD3D59D9-A9AF-429F-BBD3-F57A4F8E642B}" dt="2026-05-04T09:57:21.782" v="2158" actId="1076"/>
          <ac:spMkLst>
            <pc:docMk/>
            <pc:sldMk cId="2959508965" sldId="294"/>
            <ac:spMk id="16" creationId="{064AB010-9B42-A259-B93C-623A38EEEC19}"/>
          </ac:spMkLst>
        </pc:spChg>
        <pc:spChg chg="mod">
          <ac:chgData name="Santiago Calvo Prieto" userId="23b50df7-8b36-4492-8ab1-5009613690c3" providerId="ADAL" clId="{AD3D59D9-A9AF-429F-BBD3-F57A4F8E642B}" dt="2026-05-04T09:57:21.782" v="2158" actId="1076"/>
          <ac:spMkLst>
            <pc:docMk/>
            <pc:sldMk cId="2959508965" sldId="294"/>
            <ac:spMk id="18" creationId="{7CB0866E-BA9E-E593-4C32-2A71F3F1BF08}"/>
          </ac:spMkLst>
        </pc:spChg>
        <pc:spChg chg="mod">
          <ac:chgData name="Santiago Calvo Prieto" userId="23b50df7-8b36-4492-8ab1-5009613690c3" providerId="ADAL" clId="{AD3D59D9-A9AF-429F-BBD3-F57A4F8E642B}" dt="2026-05-04T09:57:21.782" v="2158" actId="1076"/>
          <ac:spMkLst>
            <pc:docMk/>
            <pc:sldMk cId="2959508965" sldId="294"/>
            <ac:spMk id="20" creationId="{8BC65BEE-CACC-DDFF-1052-BCE2F40BEA4C}"/>
          </ac:spMkLst>
        </pc:spChg>
        <pc:spChg chg="mod">
          <ac:chgData name="Santiago Calvo Prieto" userId="23b50df7-8b36-4492-8ab1-5009613690c3" providerId="ADAL" clId="{AD3D59D9-A9AF-429F-BBD3-F57A4F8E642B}" dt="2026-05-04T09:57:21.782" v="2158" actId="1076"/>
          <ac:spMkLst>
            <pc:docMk/>
            <pc:sldMk cId="2959508965" sldId="294"/>
            <ac:spMk id="21" creationId="{53EBC3FF-D85A-06B1-D359-C5DCA4773683}"/>
          </ac:spMkLst>
        </pc:spChg>
        <pc:spChg chg="del">
          <ac:chgData name="Santiago Calvo Prieto" userId="23b50df7-8b36-4492-8ab1-5009613690c3" providerId="ADAL" clId="{AD3D59D9-A9AF-429F-BBD3-F57A4F8E642B}" dt="2026-05-04T09:57:10.878" v="2154" actId="478"/>
          <ac:spMkLst>
            <pc:docMk/>
            <pc:sldMk cId="2959508965" sldId="294"/>
            <ac:spMk id="23" creationId="{6B9A3FF4-0226-6B25-5BFA-D82841AC85D8}"/>
          </ac:spMkLst>
        </pc:spChg>
        <pc:spChg chg="del">
          <ac:chgData name="Santiago Calvo Prieto" userId="23b50df7-8b36-4492-8ab1-5009613690c3" providerId="ADAL" clId="{AD3D59D9-A9AF-429F-BBD3-F57A4F8E642B}" dt="2026-05-04T09:57:13.820" v="2155" actId="478"/>
          <ac:spMkLst>
            <pc:docMk/>
            <pc:sldMk cId="2959508965" sldId="294"/>
            <ac:spMk id="24" creationId="{0217F968-2B0E-53F0-713C-EBABB3389742}"/>
          </ac:spMkLst>
        </pc:spChg>
        <pc:spChg chg="del">
          <ac:chgData name="Santiago Calvo Prieto" userId="23b50df7-8b36-4492-8ab1-5009613690c3" providerId="ADAL" clId="{AD3D59D9-A9AF-429F-BBD3-F57A4F8E642B}" dt="2026-05-04T09:57:13.820" v="2155" actId="478"/>
          <ac:spMkLst>
            <pc:docMk/>
            <pc:sldMk cId="2959508965" sldId="294"/>
            <ac:spMk id="25" creationId="{093E0A1F-2B1D-F094-7F5E-99AA858F9711}"/>
          </ac:spMkLst>
        </pc:spChg>
        <pc:spChg chg="del">
          <ac:chgData name="Santiago Calvo Prieto" userId="23b50df7-8b36-4492-8ab1-5009613690c3" providerId="ADAL" clId="{AD3D59D9-A9AF-429F-BBD3-F57A4F8E642B}" dt="2026-05-04T09:57:13.820" v="2155" actId="478"/>
          <ac:spMkLst>
            <pc:docMk/>
            <pc:sldMk cId="2959508965" sldId="294"/>
            <ac:spMk id="26" creationId="{D15927D1-3DD5-88FB-7AA4-31CFAAFD92CF}"/>
          </ac:spMkLst>
        </pc:spChg>
        <pc:spChg chg="del">
          <ac:chgData name="Santiago Calvo Prieto" userId="23b50df7-8b36-4492-8ab1-5009613690c3" providerId="ADAL" clId="{AD3D59D9-A9AF-429F-BBD3-F57A4F8E642B}" dt="2026-05-04T09:57:13.820" v="2155" actId="478"/>
          <ac:spMkLst>
            <pc:docMk/>
            <pc:sldMk cId="2959508965" sldId="294"/>
            <ac:spMk id="27" creationId="{C3BF5A3D-9A9D-86F0-5356-4F1B994AF6E1}"/>
          </ac:spMkLst>
        </pc:spChg>
        <pc:spChg chg="del">
          <ac:chgData name="Santiago Calvo Prieto" userId="23b50df7-8b36-4492-8ab1-5009613690c3" providerId="ADAL" clId="{AD3D59D9-A9AF-429F-BBD3-F57A4F8E642B}" dt="2026-05-04T09:57:13.820" v="2155" actId="478"/>
          <ac:spMkLst>
            <pc:docMk/>
            <pc:sldMk cId="2959508965" sldId="294"/>
            <ac:spMk id="28" creationId="{72B301C7-F3EA-DBFC-FE68-F9F1406052BD}"/>
          </ac:spMkLst>
        </pc:spChg>
        <pc:spChg chg="del">
          <ac:chgData name="Santiago Calvo Prieto" userId="23b50df7-8b36-4492-8ab1-5009613690c3" providerId="ADAL" clId="{AD3D59D9-A9AF-429F-BBD3-F57A4F8E642B}" dt="2026-05-04T09:57:13.820" v="2155" actId="478"/>
          <ac:spMkLst>
            <pc:docMk/>
            <pc:sldMk cId="2959508965" sldId="294"/>
            <ac:spMk id="29" creationId="{D8750D73-4086-CE0F-4021-441A14F2D4CB}"/>
          </ac:spMkLst>
        </pc:spChg>
        <pc:spChg chg="del">
          <ac:chgData name="Santiago Calvo Prieto" userId="23b50df7-8b36-4492-8ab1-5009613690c3" providerId="ADAL" clId="{AD3D59D9-A9AF-429F-BBD3-F57A4F8E642B}" dt="2026-05-04T09:57:13.820" v="2155" actId="478"/>
          <ac:spMkLst>
            <pc:docMk/>
            <pc:sldMk cId="2959508965" sldId="294"/>
            <ac:spMk id="30" creationId="{7BBC16B3-D5A6-5AEE-D863-849D8CE8203C}"/>
          </ac:spMkLst>
        </pc:spChg>
        <pc:spChg chg="del">
          <ac:chgData name="Santiago Calvo Prieto" userId="23b50df7-8b36-4492-8ab1-5009613690c3" providerId="ADAL" clId="{AD3D59D9-A9AF-429F-BBD3-F57A4F8E642B}" dt="2026-05-04T09:57:13.820" v="2155" actId="478"/>
          <ac:spMkLst>
            <pc:docMk/>
            <pc:sldMk cId="2959508965" sldId="294"/>
            <ac:spMk id="31" creationId="{F13E103B-CDF8-5B2E-131F-9B3D5F5EAD8A}"/>
          </ac:spMkLst>
        </pc:spChg>
        <pc:spChg chg="del">
          <ac:chgData name="Santiago Calvo Prieto" userId="23b50df7-8b36-4492-8ab1-5009613690c3" providerId="ADAL" clId="{AD3D59D9-A9AF-429F-BBD3-F57A4F8E642B}" dt="2026-05-04T09:57:13.820" v="2155" actId="478"/>
          <ac:spMkLst>
            <pc:docMk/>
            <pc:sldMk cId="2959508965" sldId="294"/>
            <ac:spMk id="32" creationId="{549FBB87-AB88-A36E-E457-2E8AC22A0C56}"/>
          </ac:spMkLst>
        </pc:spChg>
        <pc:spChg chg="del">
          <ac:chgData name="Santiago Calvo Prieto" userId="23b50df7-8b36-4492-8ab1-5009613690c3" providerId="ADAL" clId="{AD3D59D9-A9AF-429F-BBD3-F57A4F8E642B}" dt="2026-05-04T09:57:13.820" v="2155" actId="478"/>
          <ac:spMkLst>
            <pc:docMk/>
            <pc:sldMk cId="2959508965" sldId="294"/>
            <ac:spMk id="33" creationId="{BF51252B-90F5-A936-2D60-0A17B439999D}"/>
          </ac:spMkLst>
        </pc:spChg>
        <pc:spChg chg="del">
          <ac:chgData name="Santiago Calvo Prieto" userId="23b50df7-8b36-4492-8ab1-5009613690c3" providerId="ADAL" clId="{AD3D59D9-A9AF-429F-BBD3-F57A4F8E642B}" dt="2026-05-04T09:57:17.069" v="2157" actId="478"/>
          <ac:spMkLst>
            <pc:docMk/>
            <pc:sldMk cId="2959508965" sldId="294"/>
            <ac:spMk id="34" creationId="{CDB2BFF6-B663-417F-EFE4-26D72341C399}"/>
          </ac:spMkLst>
        </pc:spChg>
        <pc:spChg chg="del">
          <ac:chgData name="Santiago Calvo Prieto" userId="23b50df7-8b36-4492-8ab1-5009613690c3" providerId="ADAL" clId="{AD3D59D9-A9AF-429F-BBD3-F57A4F8E642B}" dt="2026-05-04T09:57:16.326" v="2156" actId="478"/>
          <ac:spMkLst>
            <pc:docMk/>
            <pc:sldMk cId="2959508965" sldId="294"/>
            <ac:spMk id="35" creationId="{2EBFD822-29E8-36C7-7333-F5C54B5D343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01986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1BC165-67DA-7264-555F-D098935071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A178DA-26EC-88AA-A861-884C6B3424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11D580-5A17-4FE4-EA92-7126C600EF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C963A5-54B9-CD84-4562-108A366CAD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3952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663ADC-8D76-6C50-4489-A35FA62E2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99E5F3-B2CF-EEE5-80B6-6CBA182D27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50FB04-FCEF-C26F-33C3-FF8D73232D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C6CC4A-5BD7-03B4-BF9F-9D84C82CB2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9198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C7BD4A-FD82-52B1-4B69-445EE36775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CA291C-C8A7-8544-EAA7-510538495A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577BA6-3596-8FCA-69E4-9D1662C736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11FB05-85BD-03BA-B2B4-B53E93A6CF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2706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0A1EBE-1F9D-6ED0-2625-36751CBB36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05A84E-805B-0F90-329E-9C3647CB7C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604813-78A8-8B71-6F8F-9ADB3427ED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A247AF-A403-79A7-68FC-0C88D289CA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05823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C974D5-D653-A48D-D32D-BAAE767D6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3085BD-D47D-0E44-5C77-F009405E00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7BD8CE-ECCE-81C3-0374-F1DD303586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A596A9-9AA2-56B8-2159-0F5B0D0E837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71550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374BC2-5571-D9DF-2041-895688C4D9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A68244-156D-A7BD-F92A-A7E92BEED4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6D4A23-971B-F8FD-C178-F86382A276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7F47B1-06C4-FAD6-51C2-5F8B5C7D18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38988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0DD3A-D839-7296-D44A-019A44878A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ACA9E4-00C2-9F1A-6D17-40708D1B4F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DB5E33-D99F-B8EB-19D6-2E1AD70AEF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09EBCC-A423-78E8-2897-5D2E9624AE7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58782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39B283-6583-7D49-1E83-F303B5944E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8598D2-21BD-3329-218E-CC516E80C2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2B25E8-0BD4-6A52-E74E-F6A302D40C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FC0A2F-2267-D15F-D7AE-CA78ADC339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071277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83EF4D-4455-F7E2-7B1E-FD7983DB17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419455-3FE1-5EE5-0D12-6B3F54D91D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C9500E-807B-4245-0513-779AA2126A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288560-8862-968F-133D-AFE1323BCB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486812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050037-FD41-96D6-F0F4-4EDAE8764F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B22A5C-E090-6EBA-BF4E-550DD5A9D2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E1616A-BBEC-8922-8079-DC304543D9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DEF020-1E74-4A57-CDBF-AE2E98D7A09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16746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7B8B07-E225-F55A-4ABC-063B0E698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B7EF79-B76C-144E-02F0-893BAEF532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C34C10-C43F-60B5-5745-2FECF66C88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9D426C-CED0-3F34-43CB-162BCE872C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92632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A296CF-8C89-9CD1-AECA-7F99206102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97DF86-87CC-0843-599A-D08961D9D2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23B03E-F5DB-F4F0-A06F-2E7356945F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235D33-CD43-9920-47F0-A3ABAF24DD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10107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FDB238-E575-49D7-4796-3CEBA7AAFB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6C099D-62C4-A97D-50C4-BD257C9A01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CD734D-BE6A-BD16-D754-E7F61B4C5D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ED7BB2-8602-E7EE-7F47-DFCA790864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6070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>
            <a:extLst>
              <a:ext uri="{FF2B5EF4-FFF2-40B4-BE49-F238E27FC236}">
                <a16:creationId xmlns:a16="http://schemas.microsoft.com/office/drawing/2014/main" id="{1DCB5AC0-24C8-28DE-B4C9-B1162AF91F77}"/>
              </a:ext>
            </a:extLst>
          </p:cNvPr>
          <p:cNvSpPr/>
          <p:nvPr/>
        </p:nvSpPr>
        <p:spPr>
          <a:xfrm>
            <a:off x="457200" y="7772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kern="0" spc="1400">
                <a:latin typeface="Calibri" pitchFamily="34" charset="0"/>
                <a:ea typeface="Calibri" pitchFamily="34" charset="-122"/>
                <a:cs typeface="Calibri" pitchFamily="34" charset="-120"/>
              </a:rPr>
              <a:t>VERSION CN</a:t>
            </a:r>
            <a:endParaRPr lang="en-US" sz="6000"/>
          </a:p>
        </p:txBody>
      </p:sp>
    </p:spTree>
    <p:extLst>
      <p:ext uri="{BB962C8B-B14F-4D97-AF65-F5344CB8AC3E}">
        <p14:creationId xmlns:p14="http://schemas.microsoft.com/office/powerpoint/2010/main" val="24919568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5943600" y="-731520"/>
            <a:ext cx="4572000" cy="457200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6858000" y="182880"/>
            <a:ext cx="2926080" cy="2926080"/>
          </a:xfrm>
          <a:prstGeom prst="ellipse">
            <a:avLst/>
          </a:prstGeom>
          <a:solidFill>
            <a:srgbClr val="028090">
              <a:alpha val="25000"/>
            </a:srgbClr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kern="0" spc="14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CENTAURO</a:t>
            </a:r>
            <a:endParaRPr lang="en-US" sz="6000"/>
          </a:p>
        </p:txBody>
      </p:sp>
      <p:sp>
        <p:nvSpPr>
          <p:cNvPr id="6" name="Shape 4"/>
          <p:cNvSpPr/>
          <p:nvPr/>
        </p:nvSpPr>
        <p:spPr>
          <a:xfrm>
            <a:off x="457200" y="2148840"/>
            <a:ext cx="4572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457200" y="233172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Inteligencia Artificial para la Evaluación</a:t>
            </a:r>
            <a:endParaRPr lang="en-US" sz="2300"/>
          </a:p>
          <a:p>
            <a:pPr marL="0" indent="0">
              <a:buNone/>
            </a:pPr>
            <a:r>
              <a:rPr lang="en-US" sz="230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Llamadas Comerciales</a:t>
            </a:r>
            <a:endParaRPr lang="en-US" sz="2300"/>
          </a:p>
        </p:txBody>
      </p:sp>
      <p:sp>
        <p:nvSpPr>
          <p:cNvPr id="8" name="Text 6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Planeta · Departamento BI· 2026</a:t>
            </a:r>
            <a:endParaRPr lang="en-US" sz="1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566160" cy="51435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274320" y="32004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RETO</a:t>
            </a:r>
            <a:endParaRPr lang="en-US" sz="110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2926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evaluación</a:t>
            </a:r>
            <a:endParaRPr lang="en-US" sz="2700"/>
          </a:p>
          <a:p>
            <a:pPr marL="0" indent="0">
              <a:buNone/>
            </a:pPr>
            <a:r>
              <a:rPr lang="en-US" sz="27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no </a:t>
            </a:r>
            <a:r>
              <a:rPr lang="en-US" sz="2700" b="1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alcanza</a:t>
            </a:r>
            <a:endParaRPr lang="en-US" sz="2700"/>
          </a:p>
        </p:txBody>
      </p:sp>
      <p:sp>
        <p:nvSpPr>
          <p:cNvPr id="5" name="Shape 3"/>
          <p:cNvSpPr/>
          <p:nvPr/>
        </p:nvSpPr>
        <p:spPr>
          <a:xfrm>
            <a:off x="274320" y="2651760"/>
            <a:ext cx="45720" cy="2011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411480" y="2651760"/>
            <a:ext cx="3017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30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equipo de 70 asesores genera</a:t>
            </a:r>
            <a:endParaRPr lang="en-US" sz="1300"/>
          </a:p>
          <a:p>
            <a:pPr marL="0" indent="0" algn="just">
              <a:buNone/>
            </a:pPr>
            <a:r>
              <a:rPr lang="en-US" sz="130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cientos de llamadas al mes.</a:t>
            </a:r>
            <a:endParaRPr lang="en-US" sz="1300"/>
          </a:p>
          <a:p>
            <a:pPr marL="0" indent="0" algn="just">
              <a:buNone/>
            </a:pPr>
            <a:r>
              <a:rPr lang="en-US" sz="130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</a:t>
            </a:r>
            <a:r>
              <a:rPr lang="en-US" sz="130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</a:t>
            </a:r>
            <a:r>
              <a:rPr lang="en-US" sz="130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manual es lenta, e inviable.  Este Proyecto </a:t>
            </a:r>
            <a:r>
              <a:rPr lang="en-US" sz="130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nace</a:t>
            </a:r>
            <a:r>
              <a:rPr lang="en-US" sz="130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la </a:t>
            </a:r>
            <a:r>
              <a:rPr lang="en-US" sz="130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</a:t>
            </a:r>
            <a:r>
              <a:rPr lang="en-US" sz="130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30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generar</a:t>
            </a:r>
            <a:r>
              <a:rPr lang="en-US" sz="130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</a:t>
            </a:r>
            <a:r>
              <a:rPr lang="en-US" sz="130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30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 </a:t>
            </a:r>
            <a:r>
              <a:rPr lang="en-US" sz="130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facturación</a:t>
            </a:r>
            <a:r>
              <a:rPr lang="en-US" sz="130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30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</a:t>
            </a:r>
            <a:r>
              <a:rPr lang="en-US" sz="130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donde</a:t>
            </a:r>
            <a:r>
              <a:rPr lang="en-US" sz="130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podemos</a:t>
            </a:r>
            <a:r>
              <a:rPr lang="en-US" sz="130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accionar</a:t>
            </a:r>
            <a:r>
              <a:rPr lang="en-US" sz="130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n-US" sz="130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mejorar</a:t>
            </a:r>
            <a:r>
              <a:rPr lang="en-US" sz="130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30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Sales. </a:t>
            </a:r>
            <a:endParaRPr lang="en-US" sz="1300">
              <a:solidFill>
                <a:srgbClr val="CBD5E1"/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3840480" y="457200"/>
            <a:ext cx="502920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3840480" y="457200"/>
            <a:ext cx="54864" cy="1325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4023360" y="5943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>
                <a:solidFill>
                  <a:srgbClr val="000000"/>
                </a:solidFill>
              </a:rPr>
              <a:t>⏱</a:t>
            </a:r>
            <a:endParaRPr lang="en-US" sz="3000"/>
          </a:p>
        </p:txBody>
      </p:sp>
      <p:sp>
        <p:nvSpPr>
          <p:cNvPr id="10" name="Text 8"/>
          <p:cNvSpPr/>
          <p:nvPr/>
        </p:nvSpPr>
        <p:spPr>
          <a:xfrm>
            <a:off x="4709160" y="56692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de revisión</a:t>
            </a:r>
            <a:endParaRPr lang="en-US" sz="1500"/>
          </a:p>
        </p:txBody>
      </p:sp>
      <p:sp>
        <p:nvSpPr>
          <p:cNvPr id="11" name="Text 9"/>
          <p:cNvSpPr/>
          <p:nvPr/>
        </p:nvSpPr>
        <p:spPr>
          <a:xfrm>
            <a:off x="4709160" y="960120"/>
            <a:ext cx="4023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Escuchar y evaluar una llamada de 40 min completa tarda </a:t>
            </a:r>
            <a:r>
              <a:rPr lang="en-US" sz="120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otros</a:t>
            </a:r>
            <a:r>
              <a:rPr lang="en-US" sz="12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60 min. Con 70 asesores, revisar </a:t>
            </a:r>
            <a:r>
              <a:rPr lang="en-US" sz="120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</a:t>
            </a:r>
            <a:r>
              <a:rPr lang="en-US" sz="12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100% del total es inviable.</a:t>
            </a:r>
            <a:endParaRPr lang="en-US" sz="1200"/>
          </a:p>
        </p:txBody>
      </p:sp>
      <p:sp>
        <p:nvSpPr>
          <p:cNvPr id="12" name="Shape 10"/>
          <p:cNvSpPr/>
          <p:nvPr/>
        </p:nvSpPr>
        <p:spPr>
          <a:xfrm>
            <a:off x="3840480" y="1965960"/>
            <a:ext cx="502920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Shape 11"/>
          <p:cNvSpPr/>
          <p:nvPr/>
        </p:nvSpPr>
        <p:spPr>
          <a:xfrm>
            <a:off x="3840480" y="1965960"/>
            <a:ext cx="54864" cy="1325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4023360" y="21031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>
                <a:solidFill>
                  <a:srgbClr val="000000"/>
                </a:solidFill>
              </a:rPr>
              <a:t>📊</a:t>
            </a:r>
            <a:endParaRPr lang="en-US" sz="3000"/>
          </a:p>
        </p:txBody>
      </p:sp>
      <p:sp>
        <p:nvSpPr>
          <p:cNvPr id="15" name="Text 13"/>
          <p:cNvSpPr/>
          <p:nvPr/>
        </p:nvSpPr>
        <p:spPr>
          <a:xfrm>
            <a:off x="4709160" y="207568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Subjetividad</a:t>
            </a:r>
            <a:r>
              <a:rPr lang="en-US" sz="15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 </a:t>
            </a:r>
            <a:r>
              <a:rPr lang="en-US" sz="1500" b="1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</a:t>
            </a:r>
            <a:endParaRPr lang="en-US" sz="1500"/>
          </a:p>
        </p:txBody>
      </p:sp>
      <p:sp>
        <p:nvSpPr>
          <p:cNvPr id="16" name="Text 14"/>
          <p:cNvSpPr/>
          <p:nvPr/>
        </p:nvSpPr>
        <p:spPr>
          <a:xfrm>
            <a:off x="4709160" y="2468880"/>
            <a:ext cx="4023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JE evalúa con su propio criterio. Los asesores no reciben feedback homogéneo ni comparable.</a:t>
            </a:r>
            <a:endParaRPr lang="en-US" sz="1200"/>
          </a:p>
        </p:txBody>
      </p:sp>
      <p:sp>
        <p:nvSpPr>
          <p:cNvPr id="17" name="Shape 15"/>
          <p:cNvSpPr/>
          <p:nvPr/>
        </p:nvSpPr>
        <p:spPr>
          <a:xfrm>
            <a:off x="3840480" y="3474720"/>
            <a:ext cx="502920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8" name="Shape 16"/>
          <p:cNvSpPr/>
          <p:nvPr/>
        </p:nvSpPr>
        <p:spPr>
          <a:xfrm>
            <a:off x="3840480" y="3474720"/>
            <a:ext cx="54864" cy="1325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4023360" y="36118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>
                <a:solidFill>
                  <a:srgbClr val="000000"/>
                </a:solidFill>
              </a:rPr>
              <a:t>🎯</a:t>
            </a:r>
            <a:endParaRPr lang="en-US" sz="3000"/>
          </a:p>
        </p:txBody>
      </p:sp>
      <p:sp>
        <p:nvSpPr>
          <p:cNvPr id="20" name="Text 18"/>
          <p:cNvSpPr/>
          <p:nvPr/>
        </p:nvSpPr>
        <p:spPr>
          <a:xfrm>
            <a:off x="4709160" y="358444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Pérdida</a:t>
            </a:r>
            <a:r>
              <a:rPr lang="en-US" sz="15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500" b="1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</a:t>
            </a:r>
            <a:endParaRPr lang="en-US" sz="1500"/>
          </a:p>
        </p:txBody>
      </p:sp>
      <p:sp>
        <p:nvSpPr>
          <p:cNvPr id="21" name="Text 19"/>
          <p:cNvSpPr/>
          <p:nvPr/>
        </p:nvSpPr>
        <p:spPr>
          <a:xfrm>
            <a:off x="4709160" y="3977640"/>
            <a:ext cx="4023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datos sistemáticos, </a:t>
            </a:r>
            <a:r>
              <a:rPr lang="en-US" sz="120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</a:t>
            </a:r>
            <a:r>
              <a:rPr lang="en-US" sz="12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</a:t>
            </a:r>
            <a:r>
              <a:rPr lang="en-US" sz="12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tradicional</a:t>
            </a:r>
            <a:r>
              <a:rPr lang="en-US" sz="12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</a:t>
            </a:r>
            <a:r>
              <a:rPr lang="en-US" sz="12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fallar</a:t>
            </a:r>
            <a:r>
              <a:rPr lang="en-US" sz="12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2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detectar</a:t>
            </a:r>
            <a:r>
              <a:rPr lang="en-US" sz="12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</a:t>
            </a:r>
            <a:r>
              <a:rPr lang="en-US" sz="12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puntos de mejora reales de </a:t>
            </a:r>
            <a:r>
              <a:rPr lang="en-US" sz="120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</a:t>
            </a:r>
            <a:r>
              <a:rPr lang="en-US" sz="12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asesor</a:t>
            </a:r>
            <a:r>
              <a:rPr lang="en-US" sz="12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endParaRPr lang="en-US" sz="1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s-ES" noProof="0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100" b="1" kern="0" spc="400" noProof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</a:t>
            </a:r>
            <a:endParaRPr lang="es-ES" sz="1100" noProof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3400" b="1" kern="0" spc="600" noProof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CENTAURO</a:t>
            </a:r>
            <a:endParaRPr lang="es-ES" sz="3400" noProof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8229600" cy="713232"/>
          </a:xfrm>
          <a:prstGeom prst="rect">
            <a:avLst/>
          </a:prstGeom>
          <a:solidFill>
            <a:srgbClr val="EFF8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s-ES" noProof="0"/>
          </a:p>
        </p:txBody>
      </p:sp>
      <p:sp>
        <p:nvSpPr>
          <p:cNvPr id="6" name="Text 4"/>
          <p:cNvSpPr/>
          <p:nvPr/>
        </p:nvSpPr>
        <p:spPr>
          <a:xfrm>
            <a:off x="640080" y="1316736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400" i="1" noProof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sistema </a:t>
            </a:r>
            <a:r>
              <a:rPr lang="es-ES" sz="1400" i="1" noProof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multi-agente</a:t>
            </a:r>
            <a:r>
              <a:rPr lang="es-ES" sz="1400" i="1" noProof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IA que evalúa automáticamente cada llamada comercial, identifica áreas de mejora y genera recomendaciones accionables para cada asesor — todo en menos de 10 minutos.</a:t>
            </a:r>
            <a:r>
              <a:rPr lang="es-ES" sz="1400" i="1" noProof="0">
                <a:solidFill>
                  <a:srgbClr val="1E293B"/>
                </a:solidFill>
                <a:highlight>
                  <a:srgbClr val="FF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s-ES" sz="1400" noProof="0">
              <a:highlight>
                <a:srgbClr val="FFFF00"/>
              </a:highlight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291840" y="3208253"/>
            <a:ext cx="2468880" cy="1730160"/>
          </a:xfrm>
          <a:prstGeom prst="rect">
            <a:avLst/>
          </a:prstGeom>
          <a:solidFill>
            <a:srgbClr val="F0F6FA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 noProof="0"/>
          </a:p>
        </p:txBody>
      </p:sp>
      <p:sp>
        <p:nvSpPr>
          <p:cNvPr id="13" name="Shape 11"/>
          <p:cNvSpPr/>
          <p:nvPr/>
        </p:nvSpPr>
        <p:spPr>
          <a:xfrm>
            <a:off x="3291839" y="3155333"/>
            <a:ext cx="2472483" cy="7229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 noProof="0"/>
          </a:p>
        </p:txBody>
      </p:sp>
      <p:sp>
        <p:nvSpPr>
          <p:cNvPr id="14" name="Text 12"/>
          <p:cNvSpPr/>
          <p:nvPr/>
        </p:nvSpPr>
        <p:spPr>
          <a:xfrm>
            <a:off x="3304902" y="3227623"/>
            <a:ext cx="2371585" cy="739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sz="4400" b="1" noProof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s-ES" sz="4400" noProof="0"/>
          </a:p>
        </p:txBody>
      </p:sp>
      <p:sp>
        <p:nvSpPr>
          <p:cNvPr id="15" name="Text 13"/>
          <p:cNvSpPr/>
          <p:nvPr/>
        </p:nvSpPr>
        <p:spPr>
          <a:xfrm>
            <a:off x="3304902" y="3949555"/>
            <a:ext cx="2371585" cy="309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sz="1200" b="1" noProof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BLOQUES</a:t>
            </a:r>
            <a:endParaRPr lang="es-ES" sz="1200" noProof="0"/>
          </a:p>
        </p:txBody>
      </p:sp>
      <p:sp>
        <p:nvSpPr>
          <p:cNvPr id="16" name="Text 14"/>
          <p:cNvSpPr/>
          <p:nvPr/>
        </p:nvSpPr>
        <p:spPr>
          <a:xfrm>
            <a:off x="3304902" y="4379323"/>
            <a:ext cx="2371585" cy="387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sz="1050" noProof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especializada por bloque de venta</a:t>
            </a:r>
            <a:endParaRPr lang="es-ES" sz="1050" noProof="0"/>
          </a:p>
        </p:txBody>
      </p:sp>
      <p:sp>
        <p:nvSpPr>
          <p:cNvPr id="17" name="Shape 15"/>
          <p:cNvSpPr/>
          <p:nvPr/>
        </p:nvSpPr>
        <p:spPr>
          <a:xfrm>
            <a:off x="6139542" y="3208253"/>
            <a:ext cx="2455818" cy="1730160"/>
          </a:xfrm>
          <a:prstGeom prst="rect">
            <a:avLst/>
          </a:prstGeom>
          <a:solidFill>
            <a:srgbClr val="F0F6FA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 sz="1400" noProof="0"/>
          </a:p>
        </p:txBody>
      </p:sp>
      <p:sp>
        <p:nvSpPr>
          <p:cNvPr id="18" name="Shape 16"/>
          <p:cNvSpPr/>
          <p:nvPr/>
        </p:nvSpPr>
        <p:spPr>
          <a:xfrm>
            <a:off x="6143144" y="3178306"/>
            <a:ext cx="2452216" cy="49317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 noProof="0"/>
          </a:p>
        </p:txBody>
      </p:sp>
      <p:sp>
        <p:nvSpPr>
          <p:cNvPr id="19" name="Text 17"/>
          <p:cNvSpPr/>
          <p:nvPr/>
        </p:nvSpPr>
        <p:spPr>
          <a:xfrm>
            <a:off x="6143144" y="3214116"/>
            <a:ext cx="2371585" cy="739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sz="4400" b="1" noProof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s-ES" sz="4400" noProof="0"/>
          </a:p>
        </p:txBody>
      </p:sp>
      <p:sp>
        <p:nvSpPr>
          <p:cNvPr id="20" name="Text 18"/>
          <p:cNvSpPr/>
          <p:nvPr/>
        </p:nvSpPr>
        <p:spPr>
          <a:xfrm>
            <a:off x="6139542" y="3949555"/>
            <a:ext cx="2371585" cy="309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sz="1200" b="1" noProof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CONSISTENTE</a:t>
            </a:r>
            <a:endParaRPr lang="es-ES" sz="1200" noProof="0"/>
          </a:p>
        </p:txBody>
      </p:sp>
      <p:sp>
        <p:nvSpPr>
          <p:cNvPr id="21" name="Text 19"/>
          <p:cNvSpPr/>
          <p:nvPr/>
        </p:nvSpPr>
        <p:spPr>
          <a:xfrm>
            <a:off x="6181658" y="4397572"/>
            <a:ext cx="2371585" cy="387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sz="1050" noProof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Mismos criterios, misma vara de evaluación para </a:t>
            </a:r>
            <a:r>
              <a:rPr lang="es-ES" sz="1000" noProof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</a:t>
            </a:r>
            <a:endParaRPr lang="es-ES" sz="1050" noProof="0"/>
          </a:p>
        </p:txBody>
      </p:sp>
      <p:sp>
        <p:nvSpPr>
          <p:cNvPr id="22" name="Shape 10">
            <a:extLst>
              <a:ext uri="{FF2B5EF4-FFF2-40B4-BE49-F238E27FC236}">
                <a16:creationId xmlns:a16="http://schemas.microsoft.com/office/drawing/2014/main" id="{C0C6FC90-E1C1-B132-044C-8FEA75B88867}"/>
              </a:ext>
            </a:extLst>
          </p:cNvPr>
          <p:cNvSpPr/>
          <p:nvPr/>
        </p:nvSpPr>
        <p:spPr>
          <a:xfrm>
            <a:off x="457200" y="3208253"/>
            <a:ext cx="2468880" cy="1730159"/>
          </a:xfrm>
          <a:prstGeom prst="rect">
            <a:avLst/>
          </a:prstGeom>
          <a:solidFill>
            <a:srgbClr val="F0F6FA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 sz="1400" noProof="0"/>
          </a:p>
        </p:txBody>
      </p:sp>
      <p:sp>
        <p:nvSpPr>
          <p:cNvPr id="23" name="Shape 11">
            <a:extLst>
              <a:ext uri="{FF2B5EF4-FFF2-40B4-BE49-F238E27FC236}">
                <a16:creationId xmlns:a16="http://schemas.microsoft.com/office/drawing/2014/main" id="{9680C097-232D-CF0A-450F-2A039B53B0E2}"/>
              </a:ext>
            </a:extLst>
          </p:cNvPr>
          <p:cNvSpPr/>
          <p:nvPr/>
        </p:nvSpPr>
        <p:spPr>
          <a:xfrm>
            <a:off x="457200" y="3168397"/>
            <a:ext cx="2468880" cy="45719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 noProof="0"/>
          </a:p>
        </p:txBody>
      </p:sp>
      <p:sp>
        <p:nvSpPr>
          <p:cNvPr id="24" name="Text 12">
            <a:extLst>
              <a:ext uri="{FF2B5EF4-FFF2-40B4-BE49-F238E27FC236}">
                <a16:creationId xmlns:a16="http://schemas.microsoft.com/office/drawing/2014/main" id="{43701140-D413-2922-3B8A-7BAD4749C3D8}"/>
              </a:ext>
            </a:extLst>
          </p:cNvPr>
          <p:cNvSpPr/>
          <p:nvPr/>
        </p:nvSpPr>
        <p:spPr>
          <a:xfrm>
            <a:off x="470261" y="3168397"/>
            <a:ext cx="2371585" cy="739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sz="4400" b="1" noProof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s-ES" sz="4400" noProof="0">
              <a:solidFill>
                <a:srgbClr val="0D9488"/>
              </a:solidFill>
            </a:endParaRPr>
          </a:p>
        </p:txBody>
      </p:sp>
      <p:sp>
        <p:nvSpPr>
          <p:cNvPr id="25" name="Text 13">
            <a:extLst>
              <a:ext uri="{FF2B5EF4-FFF2-40B4-BE49-F238E27FC236}">
                <a16:creationId xmlns:a16="http://schemas.microsoft.com/office/drawing/2014/main" id="{D29ED3C9-E63E-B0DA-1CED-3D562A74142A}"/>
              </a:ext>
            </a:extLst>
          </p:cNvPr>
          <p:cNvSpPr/>
          <p:nvPr/>
        </p:nvSpPr>
        <p:spPr>
          <a:xfrm>
            <a:off x="470262" y="3949555"/>
            <a:ext cx="2371585" cy="309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sz="1200" b="1" noProof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ENTREVISTAS</a:t>
            </a:r>
            <a:endParaRPr lang="es-ES" sz="1200" noProof="0"/>
          </a:p>
        </p:txBody>
      </p:sp>
      <p:sp>
        <p:nvSpPr>
          <p:cNvPr id="26" name="Text 14">
            <a:extLst>
              <a:ext uri="{FF2B5EF4-FFF2-40B4-BE49-F238E27FC236}">
                <a16:creationId xmlns:a16="http://schemas.microsoft.com/office/drawing/2014/main" id="{88FA7A5A-13F1-1082-7805-41BB13D64596}"/>
              </a:ext>
            </a:extLst>
          </p:cNvPr>
          <p:cNvSpPr/>
          <p:nvPr/>
        </p:nvSpPr>
        <p:spPr>
          <a:xfrm>
            <a:off x="470262" y="4379323"/>
            <a:ext cx="2371585" cy="387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sz="1050" noProof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Podemos abarcar la totalidad de la entrevistas realizadas</a:t>
            </a:r>
            <a:endParaRPr lang="es-ES" sz="1050" noProof="0"/>
          </a:p>
        </p:txBody>
      </p:sp>
      <p:sp>
        <p:nvSpPr>
          <p:cNvPr id="27" name="Shape 3">
            <a:extLst>
              <a:ext uri="{FF2B5EF4-FFF2-40B4-BE49-F238E27FC236}">
                <a16:creationId xmlns:a16="http://schemas.microsoft.com/office/drawing/2014/main" id="{0E74804E-29F8-2405-C77B-488EADC592B3}"/>
              </a:ext>
            </a:extLst>
          </p:cNvPr>
          <p:cNvSpPr/>
          <p:nvPr/>
        </p:nvSpPr>
        <p:spPr>
          <a:xfrm>
            <a:off x="470262" y="2072089"/>
            <a:ext cx="8229600" cy="713232"/>
          </a:xfrm>
          <a:prstGeom prst="rect">
            <a:avLst/>
          </a:prstGeom>
          <a:solidFill>
            <a:srgbClr val="EFF8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s-ES" noProof="0"/>
          </a:p>
        </p:txBody>
      </p:sp>
      <p:sp>
        <p:nvSpPr>
          <p:cNvPr id="28" name="Text 4">
            <a:extLst>
              <a:ext uri="{FF2B5EF4-FFF2-40B4-BE49-F238E27FC236}">
                <a16:creationId xmlns:a16="http://schemas.microsoft.com/office/drawing/2014/main" id="{878AABBC-DF0C-777A-F619-60A822C0AD84}"/>
              </a:ext>
            </a:extLst>
          </p:cNvPr>
          <p:cNvSpPr/>
          <p:nvPr/>
        </p:nvSpPr>
        <p:spPr>
          <a:xfrm>
            <a:off x="653142" y="2126953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ES" sz="1400" b="1" noProof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en la principal tarea del JE, el análisis y formación de los asesores en sus entrevistas (parte clave del proceso de admisión).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FUNCIONA?</a:t>
            </a:r>
            <a:endParaRPr lang="en-US" sz="2400"/>
          </a:p>
        </p:txBody>
      </p:sp>
      <p:grpSp>
        <p:nvGrpSpPr>
          <p:cNvPr id="44" name="Grupo 43">
            <a:extLst>
              <a:ext uri="{FF2B5EF4-FFF2-40B4-BE49-F238E27FC236}">
                <a16:creationId xmlns:a16="http://schemas.microsoft.com/office/drawing/2014/main" id="{0B962760-0DCA-7803-6905-FB712DD293AE}"/>
              </a:ext>
            </a:extLst>
          </p:cNvPr>
          <p:cNvGrpSpPr/>
          <p:nvPr/>
        </p:nvGrpSpPr>
        <p:grpSpPr>
          <a:xfrm>
            <a:off x="2133750" y="1266727"/>
            <a:ext cx="979200" cy="2426400"/>
            <a:chOff x="2462470" y="1231922"/>
            <a:chExt cx="1252728" cy="3042175"/>
          </a:xfrm>
        </p:grpSpPr>
        <p:sp>
          <p:nvSpPr>
            <p:cNvPr id="4" name="Shape 2"/>
            <p:cNvSpPr/>
            <p:nvPr/>
          </p:nvSpPr>
          <p:spPr>
            <a:xfrm>
              <a:off x="2462470" y="1838528"/>
              <a:ext cx="1252728" cy="2426425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2E8F0"/>
              </a:solidFill>
              <a:prstDash val="solid"/>
            </a:ln>
            <a:effectLst>
              <a:outerShdw blurRad="1016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s-ES"/>
            </a:p>
          </p:txBody>
        </p:sp>
        <p:sp>
          <p:nvSpPr>
            <p:cNvPr id="5" name="Shape 3"/>
            <p:cNvSpPr/>
            <p:nvPr/>
          </p:nvSpPr>
          <p:spPr>
            <a:xfrm>
              <a:off x="2791877" y="1231922"/>
              <a:ext cx="582665" cy="606607"/>
            </a:xfrm>
            <a:prstGeom prst="ellipse">
              <a:avLst/>
            </a:prstGeom>
            <a:solidFill>
              <a:srgbClr val="1A2B4A"/>
            </a:solidFill>
            <a:ln w="12700">
              <a:solidFill>
                <a:srgbClr val="1A2B4A"/>
              </a:solidFill>
              <a:prstDash val="solid"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6" name="Text 4"/>
            <p:cNvSpPr/>
            <p:nvPr/>
          </p:nvSpPr>
          <p:spPr>
            <a:xfrm>
              <a:off x="2791877" y="1258864"/>
              <a:ext cx="582665" cy="53381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01</a:t>
              </a:r>
              <a:endParaRPr lang="en-US" sz="2200"/>
            </a:p>
          </p:txBody>
        </p:sp>
        <p:sp>
          <p:nvSpPr>
            <p:cNvPr id="7" name="Text 5"/>
            <p:cNvSpPr/>
            <p:nvPr/>
          </p:nvSpPr>
          <p:spPr>
            <a:xfrm>
              <a:off x="2596713" y="2218330"/>
              <a:ext cx="873997" cy="43675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3400">
                  <a:solidFill>
                    <a:srgbClr val="000000"/>
                  </a:solidFill>
                </a:rPr>
                <a:t>🎙</a:t>
              </a:r>
              <a:endParaRPr lang="en-US" sz="3400"/>
            </a:p>
          </p:txBody>
        </p:sp>
        <p:sp>
          <p:nvSpPr>
            <p:cNvPr id="8" name="Text 6"/>
            <p:cNvSpPr/>
            <p:nvPr/>
          </p:nvSpPr>
          <p:spPr>
            <a:xfrm>
              <a:off x="2505183" y="2894006"/>
              <a:ext cx="1136195" cy="29117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err="1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Recolectar</a:t>
              </a:r>
              <a:r>
                <a:rPr lang="en-US" sz="1200" b="1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Audio</a:t>
              </a:r>
              <a:endParaRPr lang="en-US" sz="1200"/>
            </a:p>
          </p:txBody>
        </p:sp>
        <p:sp>
          <p:nvSpPr>
            <p:cNvPr id="9" name="Text 7"/>
            <p:cNvSpPr/>
            <p:nvPr/>
          </p:nvSpPr>
          <p:spPr>
            <a:xfrm>
              <a:off x="2505183" y="3546170"/>
              <a:ext cx="1136195" cy="72792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El JE carga la </a:t>
              </a:r>
              <a:r>
                <a:rPr lang="en-US" sz="900" err="1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grabación</a:t>
              </a:r>
              <a:r>
                <a:rPr lang="en-US" sz="90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de la </a:t>
              </a:r>
              <a:r>
                <a:rPr lang="en-US" sz="900" err="1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llamada</a:t>
              </a:r>
              <a:r>
                <a:rPr lang="en-US" sz="90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al </a:t>
              </a:r>
              <a:r>
                <a:rPr lang="en-US" sz="900" err="1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sistema</a:t>
              </a:r>
              <a:endParaRPr lang="en-US" sz="900"/>
            </a:p>
          </p:txBody>
        </p:sp>
      </p:grpSp>
      <p:grpSp>
        <p:nvGrpSpPr>
          <p:cNvPr id="43" name="Grupo 42">
            <a:extLst>
              <a:ext uri="{FF2B5EF4-FFF2-40B4-BE49-F238E27FC236}">
                <a16:creationId xmlns:a16="http://schemas.microsoft.com/office/drawing/2014/main" id="{2F457BC4-B7CB-2635-B927-1FEF62BD05F6}"/>
              </a:ext>
            </a:extLst>
          </p:cNvPr>
          <p:cNvGrpSpPr/>
          <p:nvPr/>
        </p:nvGrpSpPr>
        <p:grpSpPr>
          <a:xfrm>
            <a:off x="4010752" y="1277139"/>
            <a:ext cx="979200" cy="2426400"/>
            <a:chOff x="4010980" y="1233226"/>
            <a:chExt cx="1252728" cy="3031344"/>
          </a:xfrm>
        </p:grpSpPr>
        <p:sp>
          <p:nvSpPr>
            <p:cNvPr id="11" name="Shape 9"/>
            <p:cNvSpPr/>
            <p:nvPr/>
          </p:nvSpPr>
          <p:spPr>
            <a:xfrm>
              <a:off x="4010980" y="1838145"/>
              <a:ext cx="1252728" cy="2426425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2E8F0"/>
              </a:solidFill>
              <a:prstDash val="solid"/>
            </a:ln>
            <a:effectLst>
              <a:outerShdw blurRad="1016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s-ES"/>
            </a:p>
          </p:txBody>
        </p:sp>
        <p:sp>
          <p:nvSpPr>
            <p:cNvPr id="12" name="Shape 10"/>
            <p:cNvSpPr/>
            <p:nvPr/>
          </p:nvSpPr>
          <p:spPr>
            <a:xfrm>
              <a:off x="4341009" y="1233226"/>
              <a:ext cx="582665" cy="606607"/>
            </a:xfrm>
            <a:prstGeom prst="ellipse">
              <a:avLst/>
            </a:prstGeom>
            <a:solidFill>
              <a:srgbClr val="1A2B4A"/>
            </a:solidFill>
            <a:ln w="12700">
              <a:solidFill>
                <a:srgbClr val="1A2B4A"/>
              </a:solidFill>
              <a:prstDash val="solid"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3" name="Text 11"/>
            <p:cNvSpPr/>
            <p:nvPr/>
          </p:nvSpPr>
          <p:spPr>
            <a:xfrm>
              <a:off x="4341009" y="1260168"/>
              <a:ext cx="582665" cy="53381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02</a:t>
              </a:r>
              <a:endParaRPr lang="en-US" sz="2200"/>
            </a:p>
          </p:txBody>
        </p:sp>
        <p:sp>
          <p:nvSpPr>
            <p:cNvPr id="14" name="Text 12"/>
            <p:cNvSpPr/>
            <p:nvPr/>
          </p:nvSpPr>
          <p:spPr>
            <a:xfrm>
              <a:off x="4145223" y="2217947"/>
              <a:ext cx="873997" cy="43675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3400">
                  <a:solidFill>
                    <a:srgbClr val="000000"/>
                  </a:solidFill>
                </a:rPr>
                <a:t>📝</a:t>
              </a:r>
              <a:endParaRPr lang="en-US" sz="3400"/>
            </a:p>
          </p:txBody>
        </p:sp>
        <p:sp>
          <p:nvSpPr>
            <p:cNvPr id="15" name="Text 13"/>
            <p:cNvSpPr/>
            <p:nvPr/>
          </p:nvSpPr>
          <p:spPr>
            <a:xfrm>
              <a:off x="4053693" y="2893623"/>
              <a:ext cx="1136195" cy="29117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Transcripción IA</a:t>
              </a:r>
              <a:endParaRPr lang="en-US" sz="1200"/>
            </a:p>
          </p:txBody>
        </p:sp>
        <p:sp>
          <p:nvSpPr>
            <p:cNvPr id="16" name="Text 14"/>
            <p:cNvSpPr/>
            <p:nvPr/>
          </p:nvSpPr>
          <p:spPr>
            <a:xfrm>
              <a:off x="4080942" y="3532923"/>
              <a:ext cx="1136195" cy="72792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err="1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Centauro</a:t>
              </a:r>
              <a:r>
                <a:rPr lang="en-US" sz="90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transcribe y </a:t>
              </a:r>
              <a:r>
                <a:rPr lang="en-US" sz="900" err="1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diariza</a:t>
              </a:r>
              <a:r>
                <a:rPr lang="en-US" sz="90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900" err="1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automáticamente</a:t>
              </a:r>
              <a:r>
                <a:rPr lang="en-US" sz="90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la </a:t>
              </a:r>
              <a:r>
                <a:rPr lang="en-US" sz="900" err="1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conversación</a:t>
              </a:r>
              <a:endParaRPr lang="en-US" sz="900"/>
            </a:p>
          </p:txBody>
        </p:sp>
      </p:grpSp>
      <p:grpSp>
        <p:nvGrpSpPr>
          <p:cNvPr id="42" name="Grupo 41">
            <a:extLst>
              <a:ext uri="{FF2B5EF4-FFF2-40B4-BE49-F238E27FC236}">
                <a16:creationId xmlns:a16="http://schemas.microsoft.com/office/drawing/2014/main" id="{5A290DEE-3187-17FD-8025-1D62FE885189}"/>
              </a:ext>
            </a:extLst>
          </p:cNvPr>
          <p:cNvGrpSpPr/>
          <p:nvPr/>
        </p:nvGrpSpPr>
        <p:grpSpPr>
          <a:xfrm>
            <a:off x="5833607" y="1277139"/>
            <a:ext cx="979200" cy="2426400"/>
            <a:chOff x="5558504" y="1239359"/>
            <a:chExt cx="1252728" cy="3054276"/>
          </a:xfrm>
        </p:grpSpPr>
        <p:sp>
          <p:nvSpPr>
            <p:cNvPr id="18" name="Shape 16"/>
            <p:cNvSpPr/>
            <p:nvPr/>
          </p:nvSpPr>
          <p:spPr>
            <a:xfrm>
              <a:off x="5558504" y="1858066"/>
              <a:ext cx="1252728" cy="2426425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2E8F0"/>
              </a:solidFill>
              <a:prstDash val="solid"/>
            </a:ln>
            <a:effectLst>
              <a:outerShdw blurRad="1016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s-ES"/>
            </a:p>
          </p:txBody>
        </p:sp>
        <p:sp>
          <p:nvSpPr>
            <p:cNvPr id="19" name="Shape 17"/>
            <p:cNvSpPr/>
            <p:nvPr/>
          </p:nvSpPr>
          <p:spPr>
            <a:xfrm>
              <a:off x="5873221" y="1239359"/>
              <a:ext cx="582665" cy="606607"/>
            </a:xfrm>
            <a:prstGeom prst="ellipse">
              <a:avLst/>
            </a:prstGeom>
            <a:solidFill>
              <a:srgbClr val="1A2B4A"/>
            </a:solidFill>
            <a:ln w="12700">
              <a:solidFill>
                <a:srgbClr val="1A2B4A"/>
              </a:solidFill>
              <a:prstDash val="solid"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0" name="Text 18"/>
            <p:cNvSpPr/>
            <p:nvPr/>
          </p:nvSpPr>
          <p:spPr>
            <a:xfrm>
              <a:off x="5873221" y="1266301"/>
              <a:ext cx="582665" cy="53381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03</a:t>
              </a:r>
              <a:endParaRPr lang="en-US" sz="2200"/>
            </a:p>
          </p:txBody>
        </p:sp>
        <p:sp>
          <p:nvSpPr>
            <p:cNvPr id="21" name="Text 19"/>
            <p:cNvSpPr/>
            <p:nvPr/>
          </p:nvSpPr>
          <p:spPr>
            <a:xfrm>
              <a:off x="5692747" y="2237868"/>
              <a:ext cx="873997" cy="43675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3400">
                  <a:solidFill>
                    <a:srgbClr val="000000"/>
                  </a:solidFill>
                </a:rPr>
                <a:t>🤖</a:t>
              </a:r>
              <a:endParaRPr lang="en-US" sz="3400"/>
            </a:p>
          </p:txBody>
        </p:sp>
        <p:sp>
          <p:nvSpPr>
            <p:cNvPr id="22" name="Text 20"/>
            <p:cNvSpPr/>
            <p:nvPr/>
          </p:nvSpPr>
          <p:spPr>
            <a:xfrm>
              <a:off x="5601217" y="2913544"/>
              <a:ext cx="1136195" cy="29117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6 Agentes IA</a:t>
              </a:r>
              <a:endParaRPr lang="en-US" sz="1200"/>
            </a:p>
          </p:txBody>
        </p:sp>
        <p:sp>
          <p:nvSpPr>
            <p:cNvPr id="23" name="Text 21"/>
            <p:cNvSpPr/>
            <p:nvPr/>
          </p:nvSpPr>
          <p:spPr>
            <a:xfrm>
              <a:off x="5601217" y="3565708"/>
              <a:ext cx="1136195" cy="72792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Cada </a:t>
              </a:r>
              <a:r>
                <a:rPr lang="en-US" sz="800" err="1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agente</a:t>
              </a:r>
              <a:r>
                <a:rPr lang="en-US" sz="80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800" err="1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evalúa</a:t>
              </a:r>
              <a:r>
                <a:rPr lang="en-US" sz="80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un </a:t>
              </a:r>
              <a:r>
                <a:rPr lang="en-US" sz="800" err="1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bloque</a:t>
              </a:r>
              <a:r>
                <a:rPr lang="en-US" sz="80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800" err="1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específico</a:t>
              </a:r>
              <a:r>
                <a:rPr lang="en-US" sz="80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de la </a:t>
              </a:r>
              <a:r>
                <a:rPr lang="en-US" sz="800" err="1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llamada</a:t>
              </a:r>
              <a:r>
                <a:rPr lang="en-US" sz="80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800" err="1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en</a:t>
              </a:r>
              <a:r>
                <a:rPr lang="en-US" sz="80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800" err="1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paralelo</a:t>
              </a:r>
              <a:endParaRPr lang="en-US" sz="800"/>
            </a:p>
          </p:txBody>
        </p:sp>
      </p:grpSp>
      <p:grpSp>
        <p:nvGrpSpPr>
          <p:cNvPr id="41" name="Grupo 40">
            <a:extLst>
              <a:ext uri="{FF2B5EF4-FFF2-40B4-BE49-F238E27FC236}">
                <a16:creationId xmlns:a16="http://schemas.microsoft.com/office/drawing/2014/main" id="{22C2F967-D0E1-C685-7804-7FD8248F99BE}"/>
              </a:ext>
            </a:extLst>
          </p:cNvPr>
          <p:cNvGrpSpPr/>
          <p:nvPr/>
        </p:nvGrpSpPr>
        <p:grpSpPr>
          <a:xfrm>
            <a:off x="7480784" y="1266727"/>
            <a:ext cx="979200" cy="2426400"/>
            <a:chOff x="7093132" y="1260604"/>
            <a:chExt cx="1252728" cy="3033031"/>
          </a:xfrm>
        </p:grpSpPr>
        <p:sp>
          <p:nvSpPr>
            <p:cNvPr id="25" name="Shape 23"/>
            <p:cNvSpPr/>
            <p:nvPr/>
          </p:nvSpPr>
          <p:spPr>
            <a:xfrm>
              <a:off x="7093132" y="1867210"/>
              <a:ext cx="1252728" cy="2426425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2E8F0"/>
              </a:solidFill>
              <a:prstDash val="solid"/>
            </a:ln>
            <a:effectLst>
              <a:outerShdw blurRad="1016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s-ES"/>
            </a:p>
          </p:txBody>
        </p:sp>
        <p:sp>
          <p:nvSpPr>
            <p:cNvPr id="26" name="Shape 24"/>
            <p:cNvSpPr/>
            <p:nvPr/>
          </p:nvSpPr>
          <p:spPr>
            <a:xfrm>
              <a:off x="7379309" y="1260604"/>
              <a:ext cx="582665" cy="606607"/>
            </a:xfrm>
            <a:prstGeom prst="ellipse">
              <a:avLst/>
            </a:prstGeom>
            <a:solidFill>
              <a:srgbClr val="1A2B4A"/>
            </a:solidFill>
            <a:ln w="12700">
              <a:solidFill>
                <a:srgbClr val="1A2B4A"/>
              </a:solidFill>
              <a:prstDash val="solid"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7" name="Text 25"/>
            <p:cNvSpPr/>
            <p:nvPr/>
          </p:nvSpPr>
          <p:spPr>
            <a:xfrm>
              <a:off x="7379309" y="1287546"/>
              <a:ext cx="582665" cy="53381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04</a:t>
              </a:r>
              <a:endParaRPr lang="en-US" sz="2200"/>
            </a:p>
          </p:txBody>
        </p:sp>
        <p:sp>
          <p:nvSpPr>
            <p:cNvPr id="28" name="Text 26"/>
            <p:cNvSpPr/>
            <p:nvPr/>
          </p:nvSpPr>
          <p:spPr>
            <a:xfrm>
              <a:off x="7227375" y="2247012"/>
              <a:ext cx="873997" cy="43675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3400">
                  <a:solidFill>
                    <a:srgbClr val="000000"/>
                  </a:solidFill>
                </a:rPr>
                <a:t>📄</a:t>
              </a:r>
              <a:endParaRPr lang="en-US" sz="3400"/>
            </a:p>
          </p:txBody>
        </p:sp>
        <p:sp>
          <p:nvSpPr>
            <p:cNvPr id="29" name="Text 27"/>
            <p:cNvSpPr/>
            <p:nvPr/>
          </p:nvSpPr>
          <p:spPr>
            <a:xfrm>
              <a:off x="7135845" y="2922688"/>
              <a:ext cx="1136195" cy="29117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Informe PDF</a:t>
              </a:r>
              <a:endParaRPr lang="en-US" sz="1200"/>
            </a:p>
          </p:txBody>
        </p:sp>
        <p:sp>
          <p:nvSpPr>
            <p:cNvPr id="30" name="Text 28"/>
            <p:cNvSpPr/>
            <p:nvPr/>
          </p:nvSpPr>
          <p:spPr>
            <a:xfrm>
              <a:off x="7135845" y="3535666"/>
              <a:ext cx="1136195" cy="72792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err="1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Calificación</a:t>
              </a:r>
              <a:r>
                <a:rPr lang="en-US" sz="80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BUENO / MEJORABLE / MALO + </a:t>
              </a:r>
              <a:r>
                <a:rPr lang="en-US" sz="800" err="1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recomendaciones</a:t>
              </a:r>
              <a:r>
                <a:rPr lang="en-US" sz="80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800" err="1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accionables</a:t>
              </a:r>
              <a:r>
                <a:rPr lang="en-US" sz="80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para </a:t>
              </a:r>
              <a:r>
                <a:rPr lang="en-US" sz="800" err="1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el</a:t>
              </a:r>
              <a:r>
                <a:rPr lang="en-US" sz="80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800" err="1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asesor</a:t>
              </a:r>
              <a:endParaRPr lang="en-US" sz="800"/>
            </a:p>
          </p:txBody>
        </p:sp>
      </p:grpSp>
      <p:sp>
        <p:nvSpPr>
          <p:cNvPr id="31" name="Text 29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proceso completo tarda menos de 10 minutos para una llamada de 60 minutos</a:t>
            </a:r>
            <a:endParaRPr lang="en-US" sz="1200"/>
          </a:p>
        </p:txBody>
      </p:sp>
      <p:grpSp>
        <p:nvGrpSpPr>
          <p:cNvPr id="45" name="Grupo 44">
            <a:extLst>
              <a:ext uri="{FF2B5EF4-FFF2-40B4-BE49-F238E27FC236}">
                <a16:creationId xmlns:a16="http://schemas.microsoft.com/office/drawing/2014/main" id="{A6500A08-7BB9-06D5-4302-E354554296F3}"/>
              </a:ext>
            </a:extLst>
          </p:cNvPr>
          <p:cNvGrpSpPr/>
          <p:nvPr/>
        </p:nvGrpSpPr>
        <p:grpSpPr>
          <a:xfrm>
            <a:off x="457200" y="1291385"/>
            <a:ext cx="977458" cy="2426426"/>
            <a:chOff x="903339" y="1128702"/>
            <a:chExt cx="1320461" cy="3179041"/>
          </a:xfrm>
        </p:grpSpPr>
        <p:sp>
          <p:nvSpPr>
            <p:cNvPr id="40" name="Shape 2">
              <a:extLst>
                <a:ext uri="{FF2B5EF4-FFF2-40B4-BE49-F238E27FC236}">
                  <a16:creationId xmlns:a16="http://schemas.microsoft.com/office/drawing/2014/main" id="{2446C6B6-3F4C-E30A-6CC1-29F1C7657777}"/>
                </a:ext>
              </a:extLst>
            </p:cNvPr>
            <p:cNvSpPr/>
            <p:nvPr/>
          </p:nvSpPr>
          <p:spPr>
            <a:xfrm>
              <a:off x="903339" y="1128702"/>
              <a:ext cx="1320461" cy="3179041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6350">
              <a:solidFill>
                <a:srgbClr val="E2E8F0"/>
              </a:solidFill>
              <a:prstDash val="solid"/>
            </a:ln>
            <a:effectLst>
              <a:outerShdw blurRad="1016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s-ES"/>
            </a:p>
          </p:txBody>
        </p:sp>
        <p:sp>
          <p:nvSpPr>
            <p:cNvPr id="33" name="Shape 2">
              <a:extLst>
                <a:ext uri="{FF2B5EF4-FFF2-40B4-BE49-F238E27FC236}">
                  <a16:creationId xmlns:a16="http://schemas.microsoft.com/office/drawing/2014/main" id="{294326C1-34BF-D520-3407-750E3C5AAEFA}"/>
                </a:ext>
              </a:extLst>
            </p:cNvPr>
            <p:cNvSpPr/>
            <p:nvPr/>
          </p:nvSpPr>
          <p:spPr>
            <a:xfrm>
              <a:off x="936463" y="1839833"/>
              <a:ext cx="1252728" cy="2426425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2E8F0"/>
              </a:solidFill>
              <a:prstDash val="solid"/>
            </a:ln>
            <a:effectLst>
              <a:outerShdw blurRad="1016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s-ES"/>
            </a:p>
          </p:txBody>
        </p:sp>
        <p:sp>
          <p:nvSpPr>
            <p:cNvPr id="34" name="Shape 3">
              <a:extLst>
                <a:ext uri="{FF2B5EF4-FFF2-40B4-BE49-F238E27FC236}">
                  <a16:creationId xmlns:a16="http://schemas.microsoft.com/office/drawing/2014/main" id="{D2C44E54-4326-EA62-FDA1-A11C5D1F1F56}"/>
                </a:ext>
              </a:extLst>
            </p:cNvPr>
            <p:cNvSpPr/>
            <p:nvPr/>
          </p:nvSpPr>
          <p:spPr>
            <a:xfrm>
              <a:off x="1298132" y="1225641"/>
              <a:ext cx="582665" cy="606607"/>
            </a:xfrm>
            <a:prstGeom prst="ellipse">
              <a:avLst/>
            </a:prstGeom>
            <a:solidFill>
              <a:srgbClr val="1A2B4A"/>
            </a:solidFill>
            <a:ln w="12700">
              <a:solidFill>
                <a:srgbClr val="1A2B4A"/>
              </a:solidFill>
              <a:prstDash val="solid"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35" name="Text 4">
              <a:extLst>
                <a:ext uri="{FF2B5EF4-FFF2-40B4-BE49-F238E27FC236}">
                  <a16:creationId xmlns:a16="http://schemas.microsoft.com/office/drawing/2014/main" id="{92E52EFA-CD8A-B025-8187-9360A54861B1}"/>
                </a:ext>
              </a:extLst>
            </p:cNvPr>
            <p:cNvSpPr/>
            <p:nvPr/>
          </p:nvSpPr>
          <p:spPr>
            <a:xfrm>
              <a:off x="1292682" y="1251391"/>
              <a:ext cx="582665" cy="53381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00</a:t>
              </a:r>
              <a:endParaRPr lang="en-US" sz="2200"/>
            </a:p>
          </p:txBody>
        </p:sp>
        <p:sp>
          <p:nvSpPr>
            <p:cNvPr id="37" name="Text 6">
              <a:extLst>
                <a:ext uri="{FF2B5EF4-FFF2-40B4-BE49-F238E27FC236}">
                  <a16:creationId xmlns:a16="http://schemas.microsoft.com/office/drawing/2014/main" id="{42847391-ED5C-9C95-4A96-6C8A425C44CD}"/>
                </a:ext>
              </a:extLst>
            </p:cNvPr>
            <p:cNvSpPr/>
            <p:nvPr/>
          </p:nvSpPr>
          <p:spPr>
            <a:xfrm>
              <a:off x="979176" y="2895311"/>
              <a:ext cx="1136195" cy="29117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Subir Audio</a:t>
              </a:r>
              <a:endParaRPr lang="en-US" sz="1200"/>
            </a:p>
          </p:txBody>
        </p:sp>
        <p:sp>
          <p:nvSpPr>
            <p:cNvPr id="38" name="Text 7">
              <a:extLst>
                <a:ext uri="{FF2B5EF4-FFF2-40B4-BE49-F238E27FC236}">
                  <a16:creationId xmlns:a16="http://schemas.microsoft.com/office/drawing/2014/main" id="{3BADE0DD-CF52-09A6-C424-E59535F3B27A}"/>
                </a:ext>
              </a:extLst>
            </p:cNvPr>
            <p:cNvSpPr/>
            <p:nvPr/>
          </p:nvSpPr>
          <p:spPr>
            <a:xfrm>
              <a:off x="979176" y="3547475"/>
              <a:ext cx="1170287" cy="72792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El AC sube la grabación de la </a:t>
              </a:r>
              <a:r>
                <a:rPr lang="en-US" sz="900" err="1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llamada</a:t>
              </a:r>
              <a:r>
                <a:rPr lang="en-US" sz="90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a SharePoint</a:t>
              </a:r>
              <a:endParaRPr lang="en-US" sz="900"/>
            </a:p>
          </p:txBody>
        </p:sp>
        <p:pic>
          <p:nvPicPr>
            <p:cNvPr id="1026" name="Picture 2" descr="Microsoft SharePoint - Aplicaciones en Google Play">
              <a:extLst>
                <a:ext uri="{FF2B5EF4-FFF2-40B4-BE49-F238E27FC236}">
                  <a16:creationId xmlns:a16="http://schemas.microsoft.com/office/drawing/2014/main" id="{53EDA443-01ED-2B5E-6321-73EAD53973E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36757" y="1954937"/>
              <a:ext cx="822961" cy="8229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46" name="Flecha: a la derecha 45">
            <a:extLst>
              <a:ext uri="{FF2B5EF4-FFF2-40B4-BE49-F238E27FC236}">
                <a16:creationId xmlns:a16="http://schemas.microsoft.com/office/drawing/2014/main" id="{214813A0-1372-09DD-7B5C-FAB539D3E627}"/>
              </a:ext>
            </a:extLst>
          </p:cNvPr>
          <p:cNvSpPr/>
          <p:nvPr/>
        </p:nvSpPr>
        <p:spPr>
          <a:xfrm>
            <a:off x="1548299" y="2368376"/>
            <a:ext cx="393798" cy="271386"/>
          </a:xfrm>
          <a:prstGeom prst="rightArrow">
            <a:avLst/>
          </a:prstGeom>
          <a:solidFill>
            <a:srgbClr val="1A2B4A"/>
          </a:solidFill>
          <a:ln>
            <a:solidFill>
              <a:srgbClr val="1A2B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Flecha: a la derecha 9">
            <a:extLst>
              <a:ext uri="{FF2B5EF4-FFF2-40B4-BE49-F238E27FC236}">
                <a16:creationId xmlns:a16="http://schemas.microsoft.com/office/drawing/2014/main" id="{3AB24E62-CC8B-FC5F-F1C9-ADD3B0F448BD}"/>
              </a:ext>
            </a:extLst>
          </p:cNvPr>
          <p:cNvSpPr/>
          <p:nvPr/>
        </p:nvSpPr>
        <p:spPr>
          <a:xfrm>
            <a:off x="3344057" y="2368376"/>
            <a:ext cx="393798" cy="271386"/>
          </a:xfrm>
          <a:prstGeom prst="rightArrow">
            <a:avLst/>
          </a:prstGeom>
          <a:solidFill>
            <a:srgbClr val="1A2B4A"/>
          </a:solidFill>
          <a:ln>
            <a:solidFill>
              <a:srgbClr val="1A2B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7" name="Flecha: a la derecha 16">
            <a:extLst>
              <a:ext uri="{FF2B5EF4-FFF2-40B4-BE49-F238E27FC236}">
                <a16:creationId xmlns:a16="http://schemas.microsoft.com/office/drawing/2014/main" id="{1A7FDDF1-85C5-0E37-ADFA-BC2B0C91E0E6}"/>
              </a:ext>
            </a:extLst>
          </p:cNvPr>
          <p:cNvSpPr/>
          <p:nvPr/>
        </p:nvSpPr>
        <p:spPr>
          <a:xfrm>
            <a:off x="5179791" y="2368376"/>
            <a:ext cx="393798" cy="271386"/>
          </a:xfrm>
          <a:prstGeom prst="rightArrow">
            <a:avLst/>
          </a:prstGeom>
          <a:solidFill>
            <a:srgbClr val="1A2B4A"/>
          </a:solidFill>
          <a:ln>
            <a:solidFill>
              <a:srgbClr val="1A2B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4" name="Flecha: a la derecha 23">
            <a:extLst>
              <a:ext uri="{FF2B5EF4-FFF2-40B4-BE49-F238E27FC236}">
                <a16:creationId xmlns:a16="http://schemas.microsoft.com/office/drawing/2014/main" id="{78086AD9-EB2E-1F5C-66E8-78E41C7C6342}"/>
              </a:ext>
            </a:extLst>
          </p:cNvPr>
          <p:cNvSpPr/>
          <p:nvPr/>
        </p:nvSpPr>
        <p:spPr>
          <a:xfrm>
            <a:off x="6971179" y="2368376"/>
            <a:ext cx="393798" cy="271386"/>
          </a:xfrm>
          <a:prstGeom prst="rightArrow">
            <a:avLst/>
          </a:prstGeom>
          <a:solidFill>
            <a:srgbClr val="1A2B4A"/>
          </a:solidFill>
          <a:ln>
            <a:solidFill>
              <a:srgbClr val="1A2B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804895-1BB9-3DF8-429E-598D3C320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A9194CD-AEB0-9EC2-A45B-F2EE8C6F4EB0}"/>
              </a:ext>
            </a:extLst>
          </p:cNvPr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99B56D8-4EEC-B356-6B0E-078429D00C07}"/>
              </a:ext>
            </a:extLst>
          </p:cNvPr>
          <p:cNvSpPr/>
          <p:nvPr/>
        </p:nvSpPr>
        <p:spPr>
          <a:xfrm>
            <a:off x="365760" y="0"/>
            <a:ext cx="8686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kern="0" spc="20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SISTEMA RAG · ChromaDB</a:t>
            </a:r>
            <a:endParaRPr lang="en-US" sz="21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1C62938E-1E38-D1E3-3110-91E5EA101312}"/>
              </a:ext>
            </a:extLst>
          </p:cNvPr>
          <p:cNvSpPr/>
          <p:nvPr/>
        </p:nvSpPr>
        <p:spPr>
          <a:xfrm>
            <a:off x="170411" y="1108710"/>
            <a:ext cx="2697480" cy="1298448"/>
          </a:xfrm>
          <a:prstGeom prst="rect">
            <a:avLst/>
          </a:prstGeom>
          <a:solidFill>
            <a:srgbClr val="1E3A5F"/>
          </a:solidFill>
          <a:ln w="9525">
            <a:solidFill>
              <a:srgbClr val="00C8FF"/>
            </a:solidFill>
            <a:prstDash val="solid"/>
          </a:ln>
          <a:effectLst>
            <a:outerShdw blurRad="889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783B0DB-9C2E-7A1D-7A4F-4FBE7113B1A6}"/>
              </a:ext>
            </a:extLst>
          </p:cNvPr>
          <p:cNvSpPr/>
          <p:nvPr/>
        </p:nvSpPr>
        <p:spPr>
          <a:xfrm>
            <a:off x="170411" y="1181862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manuales_generales</a:t>
            </a:r>
            <a:endParaRPr lang="en-US" sz="105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2D875897-065D-8E0E-9382-8B484492C95A}"/>
              </a:ext>
            </a:extLst>
          </p:cNvPr>
          <p:cNvSpPr/>
          <p:nvPr/>
        </p:nvSpPr>
        <p:spPr>
          <a:xfrm>
            <a:off x="170411" y="1602486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D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de formación en ventas</a:t>
            </a:r>
            <a:endParaRPr lang="en-US" sz="100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926C8E5F-A1D9-18FC-3315-920A3CB9D169}"/>
              </a:ext>
            </a:extLst>
          </p:cNvPr>
          <p:cNvSpPr/>
          <p:nvPr/>
        </p:nvSpPr>
        <p:spPr>
          <a:xfrm>
            <a:off x="3096491" y="1108710"/>
            <a:ext cx="2697480" cy="1298448"/>
          </a:xfrm>
          <a:prstGeom prst="rect">
            <a:avLst/>
          </a:prstGeom>
          <a:solidFill>
            <a:srgbClr val="1A5A2A"/>
          </a:solidFill>
          <a:ln w="9525">
            <a:solidFill>
              <a:srgbClr val="00C8FF"/>
            </a:solidFill>
            <a:prstDash val="solid"/>
          </a:ln>
          <a:effectLst>
            <a:outerShdw blurRad="889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FF87419E-6E2B-5377-373A-EBB7A0C9D1D9}"/>
              </a:ext>
            </a:extLst>
          </p:cNvPr>
          <p:cNvSpPr/>
          <p:nvPr/>
        </p:nvSpPr>
        <p:spPr>
          <a:xfrm>
            <a:off x="3096491" y="1181862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buenas_practicas</a:t>
            </a:r>
            <a:endParaRPr lang="en-US" sz="105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BF48B5C3-4A54-BF4D-3FD8-D21FB61DAD69}"/>
              </a:ext>
            </a:extLst>
          </p:cNvPr>
          <p:cNvSpPr/>
          <p:nvPr/>
        </p:nvSpPr>
        <p:spPr>
          <a:xfrm>
            <a:off x="3096491" y="1602486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D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 reales de entrevistas (sin chunking)</a:t>
            </a:r>
            <a:endParaRPr lang="en-US" sz="100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D8FED3A6-0738-B0A3-A739-C43B7BB1608D}"/>
              </a:ext>
            </a:extLst>
          </p:cNvPr>
          <p:cNvSpPr/>
          <p:nvPr/>
        </p:nvSpPr>
        <p:spPr>
          <a:xfrm>
            <a:off x="6022571" y="1108710"/>
            <a:ext cx="2697480" cy="1298448"/>
          </a:xfrm>
          <a:prstGeom prst="rect">
            <a:avLst/>
          </a:prstGeom>
          <a:solidFill>
            <a:srgbClr val="4A1A5A"/>
          </a:solidFill>
          <a:ln w="9525">
            <a:solidFill>
              <a:srgbClr val="00C8FF"/>
            </a:solidFill>
            <a:prstDash val="solid"/>
          </a:ln>
          <a:effectLst>
            <a:outerShdw blurRad="889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E3676513-3D8E-2076-2C8B-6DF164217A57}"/>
              </a:ext>
            </a:extLst>
          </p:cNvPr>
          <p:cNvSpPr/>
          <p:nvPr/>
        </p:nvSpPr>
        <p:spPr>
          <a:xfrm>
            <a:off x="6022571" y="1181862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coaching_ventas</a:t>
            </a:r>
            <a:endParaRPr lang="en-US" sz="105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A8ED3F8B-8810-F3A6-BB45-3162959FC78B}"/>
              </a:ext>
            </a:extLst>
          </p:cNvPr>
          <p:cNvSpPr/>
          <p:nvPr/>
        </p:nvSpPr>
        <p:spPr>
          <a:xfrm>
            <a:off x="6022571" y="1602486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D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Libros y técnicas de venta</a:t>
            </a:r>
            <a:endParaRPr lang="en-US" sz="100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2AAF1ED7-4242-57A7-C3FF-2BEC546EA173}"/>
              </a:ext>
            </a:extLst>
          </p:cNvPr>
          <p:cNvSpPr/>
          <p:nvPr/>
        </p:nvSpPr>
        <p:spPr>
          <a:xfrm>
            <a:off x="170411" y="2571750"/>
            <a:ext cx="2697480" cy="1298448"/>
          </a:xfrm>
          <a:prstGeom prst="rect">
            <a:avLst/>
          </a:prstGeom>
          <a:solidFill>
            <a:srgbClr val="5A3A0A"/>
          </a:solidFill>
          <a:ln w="9525">
            <a:solidFill>
              <a:srgbClr val="00C8FF"/>
            </a:solidFill>
            <a:prstDash val="solid"/>
          </a:ln>
          <a:effectLst>
            <a:outerShdw blurRad="889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2FA54122-D79F-2C08-209D-D7B586AF1DE2}"/>
              </a:ext>
            </a:extLst>
          </p:cNvPr>
          <p:cNvSpPr/>
          <p:nvPr/>
        </p:nvSpPr>
        <p:spPr>
          <a:xfrm>
            <a:off x="170411" y="2644902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evaluaciones_historicas</a:t>
            </a:r>
            <a:endParaRPr lang="en-US" sz="105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064AB010-9B42-A259-B93C-623A38EEEC19}"/>
              </a:ext>
            </a:extLst>
          </p:cNvPr>
          <p:cNvSpPr/>
          <p:nvPr/>
        </p:nvSpPr>
        <p:spPr>
          <a:xfrm>
            <a:off x="170411" y="3065526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D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de evaluaciones pasadas</a:t>
            </a:r>
            <a:endParaRPr lang="en-US" sz="100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73BD8C24-BDCE-42D7-C06C-C7264A97F48C}"/>
              </a:ext>
            </a:extLst>
          </p:cNvPr>
          <p:cNvSpPr/>
          <p:nvPr/>
        </p:nvSpPr>
        <p:spPr>
          <a:xfrm>
            <a:off x="3096491" y="2571750"/>
            <a:ext cx="2697480" cy="1298448"/>
          </a:xfrm>
          <a:prstGeom prst="rect">
            <a:avLst/>
          </a:prstGeom>
          <a:solidFill>
            <a:srgbClr val="0A3A5A"/>
          </a:solidFill>
          <a:ln w="9525">
            <a:solidFill>
              <a:srgbClr val="00C8FF"/>
            </a:solidFill>
            <a:prstDash val="solid"/>
          </a:ln>
          <a:effectLst>
            <a:outerShdw blurRad="889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7CB0866E-BA9E-E593-4C32-2A71F3F1BF08}"/>
              </a:ext>
            </a:extLst>
          </p:cNvPr>
          <p:cNvSpPr/>
          <p:nvPr/>
        </p:nvSpPr>
        <p:spPr>
          <a:xfrm>
            <a:off x="3096491" y="2644902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dossiers_programas</a:t>
            </a:r>
            <a:endParaRPr lang="en-US" sz="105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B79A7A71-4DCA-71ED-AA16-2D54D3B8B867}"/>
              </a:ext>
            </a:extLst>
          </p:cNvPr>
          <p:cNvSpPr/>
          <p:nvPr/>
        </p:nvSpPr>
        <p:spPr>
          <a:xfrm>
            <a:off x="3096491" y="3065526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D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Fichas de programas OBS</a:t>
            </a:r>
            <a:endParaRPr lang="en-US" sz="100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8BC65BEE-CACC-DDFF-1052-BCE2F40BEA4C}"/>
              </a:ext>
            </a:extLst>
          </p:cNvPr>
          <p:cNvSpPr/>
          <p:nvPr/>
        </p:nvSpPr>
        <p:spPr>
          <a:xfrm>
            <a:off x="6022571" y="2571750"/>
            <a:ext cx="2697480" cy="1298448"/>
          </a:xfrm>
          <a:prstGeom prst="rect">
            <a:avLst/>
          </a:prstGeom>
          <a:solidFill>
            <a:srgbClr val="5A0A1A"/>
          </a:solidFill>
          <a:ln w="9525">
            <a:solidFill>
              <a:srgbClr val="00C8FF"/>
            </a:solidFill>
            <a:prstDash val="solid"/>
          </a:ln>
          <a:effectLst>
            <a:outerShdw blurRad="889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53EBC3FF-D85A-06B1-D359-C5DCA4773683}"/>
              </a:ext>
            </a:extLst>
          </p:cNvPr>
          <p:cNvSpPr/>
          <p:nvPr/>
        </p:nvSpPr>
        <p:spPr>
          <a:xfrm>
            <a:off x="6022571" y="2644902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diccionario_datos</a:t>
            </a:r>
            <a:endParaRPr lang="en-US" sz="105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8F7088C4-F97F-EA32-F84F-BCE232B82DF7}"/>
              </a:ext>
            </a:extLst>
          </p:cNvPr>
          <p:cNvSpPr/>
          <p:nvPr/>
        </p:nvSpPr>
        <p:spPr>
          <a:xfrm>
            <a:off x="6022571" y="3065526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D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semántico Power BI (sin chunking)</a:t>
            </a:r>
            <a:endParaRPr lang="en-US" sz="1000"/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60F6BD6C-0986-3C2A-538D-A5C404054281}"/>
              </a:ext>
            </a:extLst>
          </p:cNvPr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060E1A"/>
          </a:solidFill>
          <a:ln w="12700">
            <a:solidFill>
              <a:srgbClr val="060E1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E5CDB1E1-4A9A-F34D-ADE0-985976F43B0C}"/>
              </a:ext>
            </a:extLst>
          </p:cNvPr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8B9DC3"/>
                </a:solidFill>
              </a:rPr>
              <a:t>CENTAURO · Arquitectura Técnica · OBS Business School · BI Team 2026</a:t>
            </a:r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29595089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6 BLOQUES DE EVALUACIÓN</a:t>
            </a:r>
            <a:endParaRPr lang="en-US" sz="240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2743200" cy="1874520"/>
          </a:xfrm>
          <a:prstGeom prst="rect">
            <a:avLst/>
          </a:prstGeom>
          <a:solidFill>
            <a:srgbClr val="F0F6FA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64008" cy="18745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438912" y="109728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</a:t>
            </a:r>
            <a:endParaRPr lang="en-US" sz="2000"/>
          </a:p>
        </p:txBody>
      </p:sp>
      <p:sp>
        <p:nvSpPr>
          <p:cNvPr id="7" name="Text 5"/>
          <p:cNvSpPr/>
          <p:nvPr/>
        </p:nvSpPr>
        <p:spPr>
          <a:xfrm>
            <a:off x="438912" y="155448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>
              <a:highlight>
                <a:srgbClr val="FFFF00"/>
              </a:highlight>
            </a:endParaRPr>
          </a:p>
        </p:txBody>
      </p:sp>
      <p:sp>
        <p:nvSpPr>
          <p:cNvPr id="8" name="Text 6"/>
          <p:cNvSpPr/>
          <p:nvPr/>
        </p:nvSpPr>
        <p:spPr>
          <a:xfrm>
            <a:off x="438912" y="192024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/>
          </a:p>
        </p:txBody>
      </p:sp>
      <p:sp>
        <p:nvSpPr>
          <p:cNvPr id="9" name="Shape 7"/>
          <p:cNvSpPr/>
          <p:nvPr/>
        </p:nvSpPr>
        <p:spPr>
          <a:xfrm>
            <a:off x="3154680" y="960120"/>
            <a:ext cx="2743200" cy="1874520"/>
          </a:xfrm>
          <a:prstGeom prst="rect">
            <a:avLst/>
          </a:prstGeom>
          <a:solidFill>
            <a:srgbClr val="F0F6FA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3154680" y="960120"/>
            <a:ext cx="64008" cy="18745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3319272" y="109728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</a:t>
            </a:r>
            <a:endParaRPr lang="en-US" sz="2000"/>
          </a:p>
        </p:txBody>
      </p:sp>
      <p:sp>
        <p:nvSpPr>
          <p:cNvPr id="12" name="Text 10"/>
          <p:cNvSpPr/>
          <p:nvPr/>
        </p:nvSpPr>
        <p:spPr>
          <a:xfrm>
            <a:off x="3429000" y="155448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</a:t>
            </a:r>
            <a:r>
              <a:rPr lang="en-US" sz="13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Valor</a:t>
            </a:r>
            <a:endParaRPr lang="en-US" sz="1300"/>
          </a:p>
        </p:txBody>
      </p:sp>
      <p:sp>
        <p:nvSpPr>
          <p:cNvPr id="13" name="Text 11"/>
          <p:cNvSpPr/>
          <p:nvPr/>
        </p:nvSpPr>
        <p:spPr>
          <a:xfrm>
            <a:off x="3319272" y="192024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del </a:t>
            </a:r>
            <a:r>
              <a:rPr lang="en-US" sz="110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</a:t>
            </a:r>
            <a:r>
              <a:rPr lang="en-US" sz="11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10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beneficios</a:t>
            </a:r>
            <a:r>
              <a:rPr lang="en-US" sz="11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clave y </a:t>
            </a:r>
            <a:r>
              <a:rPr lang="en-US" sz="110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adecuación</a:t>
            </a:r>
            <a:r>
              <a:rPr lang="en-US" sz="11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 </a:t>
            </a:r>
            <a:r>
              <a:rPr lang="en-US" sz="110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</a:t>
            </a:r>
            <a:r>
              <a:rPr lang="en-US" sz="11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 lead</a:t>
            </a:r>
            <a:endParaRPr lang="en-US" sz="1100"/>
          </a:p>
        </p:txBody>
      </p:sp>
      <p:sp>
        <p:nvSpPr>
          <p:cNvPr id="14" name="Shape 12"/>
          <p:cNvSpPr/>
          <p:nvPr/>
        </p:nvSpPr>
        <p:spPr>
          <a:xfrm>
            <a:off x="6035040" y="960120"/>
            <a:ext cx="2743200" cy="1874520"/>
          </a:xfrm>
          <a:prstGeom prst="rect">
            <a:avLst/>
          </a:prstGeom>
          <a:solidFill>
            <a:srgbClr val="F0F6FA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5" name="Shape 13"/>
          <p:cNvSpPr/>
          <p:nvPr/>
        </p:nvSpPr>
        <p:spPr>
          <a:xfrm>
            <a:off x="6035040" y="960120"/>
            <a:ext cx="64008" cy="18745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>
              <a:ln>
                <a:solidFill>
                  <a:srgbClr val="7C3AED"/>
                </a:solidFill>
              </a:ln>
            </a:endParaRPr>
          </a:p>
        </p:txBody>
      </p:sp>
      <p:sp>
        <p:nvSpPr>
          <p:cNvPr id="16" name="Text 14"/>
          <p:cNvSpPr/>
          <p:nvPr/>
        </p:nvSpPr>
        <p:spPr>
          <a:xfrm>
            <a:off x="6199632" y="109728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/>
          </a:p>
        </p:txBody>
      </p:sp>
      <p:sp>
        <p:nvSpPr>
          <p:cNvPr id="17" name="Text 15"/>
          <p:cNvSpPr/>
          <p:nvPr/>
        </p:nvSpPr>
        <p:spPr>
          <a:xfrm>
            <a:off x="6199632" y="155448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Manejo</a:t>
            </a:r>
            <a:r>
              <a:rPr lang="en-US" sz="13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300" b="1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Objeciones</a:t>
            </a:r>
            <a:endParaRPr lang="en-US" sz="1300"/>
          </a:p>
        </p:txBody>
      </p:sp>
      <p:sp>
        <p:nvSpPr>
          <p:cNvPr id="18" name="Text 16"/>
          <p:cNvSpPr/>
          <p:nvPr/>
        </p:nvSpPr>
        <p:spPr>
          <a:xfrm>
            <a:off x="6199632" y="192024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Tratamiento</a:t>
            </a:r>
            <a:r>
              <a:rPr lang="en-US" sz="11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10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dudas</a:t>
            </a:r>
            <a:r>
              <a:rPr lang="en-US" sz="11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10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miedos</a:t>
            </a:r>
            <a:r>
              <a:rPr lang="en-US" sz="11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barreras con </a:t>
            </a:r>
            <a:r>
              <a:rPr lang="en-US" sz="110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argumentación</a:t>
            </a:r>
            <a:r>
              <a:rPr lang="en-US" sz="11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efectiva</a:t>
            </a:r>
            <a:endParaRPr lang="en-US" sz="1100"/>
          </a:p>
        </p:txBody>
      </p:sp>
      <p:sp>
        <p:nvSpPr>
          <p:cNvPr id="19" name="Shape 17"/>
          <p:cNvSpPr/>
          <p:nvPr/>
        </p:nvSpPr>
        <p:spPr>
          <a:xfrm>
            <a:off x="274320" y="2971800"/>
            <a:ext cx="2743200" cy="1874520"/>
          </a:xfrm>
          <a:prstGeom prst="rect">
            <a:avLst/>
          </a:prstGeom>
          <a:solidFill>
            <a:srgbClr val="F0F6FA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0" name="Shape 18"/>
          <p:cNvSpPr/>
          <p:nvPr/>
        </p:nvSpPr>
        <p:spPr>
          <a:xfrm>
            <a:off x="274320" y="2971800"/>
            <a:ext cx="64008" cy="18745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438912" y="310896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4</a:t>
            </a:r>
            <a:endParaRPr lang="en-US" sz="2000"/>
          </a:p>
        </p:txBody>
      </p:sp>
      <p:sp>
        <p:nvSpPr>
          <p:cNvPr id="22" name="Text 20"/>
          <p:cNvSpPr/>
          <p:nvPr/>
        </p:nvSpPr>
        <p:spPr>
          <a:xfrm>
            <a:off x="438912" y="356616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Admisión</a:t>
            </a:r>
            <a:r>
              <a:rPr lang="en-US" sz="13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n-US" sz="1300" b="1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</a:t>
            </a:r>
            <a:r>
              <a:rPr lang="en-US" sz="13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Económica</a:t>
            </a:r>
            <a:endParaRPr lang="en-US" sz="1300"/>
          </a:p>
        </p:txBody>
      </p:sp>
      <p:sp>
        <p:nvSpPr>
          <p:cNvPr id="23" name="Text 21"/>
          <p:cNvSpPr/>
          <p:nvPr/>
        </p:nvSpPr>
        <p:spPr>
          <a:xfrm>
            <a:off x="438912" y="393192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de </a:t>
            </a:r>
            <a:r>
              <a:rPr lang="en-US" sz="110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ayudas</a:t>
            </a:r>
            <a:r>
              <a:rPr lang="en-US" sz="11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económicas</a:t>
            </a:r>
            <a:r>
              <a:rPr lang="en-US" sz="11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del </a:t>
            </a:r>
            <a:r>
              <a:rPr lang="en-US" sz="110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Comité</a:t>
            </a:r>
            <a:r>
              <a:rPr lang="en-US" sz="11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10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Admisiones</a:t>
            </a:r>
            <a:endParaRPr lang="en-US" sz="1100"/>
          </a:p>
        </p:txBody>
      </p:sp>
      <p:sp>
        <p:nvSpPr>
          <p:cNvPr id="24" name="Shape 22"/>
          <p:cNvSpPr/>
          <p:nvPr/>
        </p:nvSpPr>
        <p:spPr>
          <a:xfrm>
            <a:off x="3154680" y="2971800"/>
            <a:ext cx="2743200" cy="1874520"/>
          </a:xfrm>
          <a:prstGeom prst="rect">
            <a:avLst/>
          </a:prstGeom>
          <a:solidFill>
            <a:srgbClr val="F0F6FA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5" name="Shape 23"/>
          <p:cNvSpPr/>
          <p:nvPr/>
        </p:nvSpPr>
        <p:spPr>
          <a:xfrm>
            <a:off x="3154680" y="2971800"/>
            <a:ext cx="64008" cy="18745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Text 24"/>
          <p:cNvSpPr/>
          <p:nvPr/>
        </p:nvSpPr>
        <p:spPr>
          <a:xfrm>
            <a:off x="3319272" y="310896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5</a:t>
            </a:r>
            <a:endParaRPr lang="en-US" sz="2000"/>
          </a:p>
        </p:txBody>
      </p:sp>
      <p:sp>
        <p:nvSpPr>
          <p:cNvPr id="27" name="Text 25"/>
          <p:cNvSpPr/>
          <p:nvPr/>
        </p:nvSpPr>
        <p:spPr>
          <a:xfrm>
            <a:off x="3319272" y="356616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300"/>
          </a:p>
        </p:txBody>
      </p:sp>
      <p:sp>
        <p:nvSpPr>
          <p:cNvPr id="28" name="Text 26"/>
          <p:cNvSpPr/>
          <p:nvPr/>
        </p:nvSpPr>
        <p:spPr>
          <a:xfrm>
            <a:off x="3319272" y="393192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 de cierre, compromiso, siguiente paso y llamada a la acción</a:t>
            </a:r>
            <a:endParaRPr lang="en-US" sz="1100"/>
          </a:p>
        </p:txBody>
      </p:sp>
      <p:sp>
        <p:nvSpPr>
          <p:cNvPr id="29" name="Shape 27"/>
          <p:cNvSpPr/>
          <p:nvPr/>
        </p:nvSpPr>
        <p:spPr>
          <a:xfrm>
            <a:off x="6035040" y="2971800"/>
            <a:ext cx="2743200" cy="1874520"/>
          </a:xfrm>
          <a:prstGeom prst="rect">
            <a:avLst/>
          </a:prstGeom>
          <a:solidFill>
            <a:srgbClr val="F0F6FA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0" name="Shape 28"/>
          <p:cNvSpPr/>
          <p:nvPr/>
        </p:nvSpPr>
        <p:spPr>
          <a:xfrm>
            <a:off x="6035040" y="2971800"/>
            <a:ext cx="64008" cy="18745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Text 29"/>
          <p:cNvSpPr/>
          <p:nvPr/>
        </p:nvSpPr>
        <p:spPr>
          <a:xfrm>
            <a:off x="6199632" y="310896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6</a:t>
            </a:r>
            <a:endParaRPr lang="en-US" sz="2000"/>
          </a:p>
        </p:txBody>
      </p:sp>
      <p:sp>
        <p:nvSpPr>
          <p:cNvPr id="32" name="Text 30"/>
          <p:cNvSpPr/>
          <p:nvPr/>
        </p:nvSpPr>
        <p:spPr>
          <a:xfrm>
            <a:off x="6199632" y="356616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Estilo y Comunicación</a:t>
            </a:r>
            <a:endParaRPr lang="en-US" sz="1300"/>
          </a:p>
        </p:txBody>
      </p:sp>
      <p:sp>
        <p:nvSpPr>
          <p:cNvPr id="33" name="Text 31"/>
          <p:cNvSpPr/>
          <p:nvPr/>
        </p:nvSpPr>
        <p:spPr>
          <a:xfrm>
            <a:off x="6199632" y="393192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Claridad verbal, energía, ritmo, lenguaje y calidad comunicativa general</a:t>
            </a:r>
            <a:endParaRPr lang="en-US" sz="1100"/>
          </a:p>
        </p:txBody>
      </p:sp>
      <p:sp>
        <p:nvSpPr>
          <p:cNvPr id="34" name="Text 10">
            <a:extLst>
              <a:ext uri="{FF2B5EF4-FFF2-40B4-BE49-F238E27FC236}">
                <a16:creationId xmlns:a16="http://schemas.microsoft.com/office/drawing/2014/main" id="{0D0EC37E-FF6E-8AA6-EE11-607B5DA161A0}"/>
              </a:ext>
            </a:extLst>
          </p:cNvPr>
          <p:cNvSpPr/>
          <p:nvPr/>
        </p:nvSpPr>
        <p:spPr>
          <a:xfrm>
            <a:off x="548640" y="1541027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Investigación</a:t>
            </a:r>
            <a:endParaRPr lang="en-US" sz="1300"/>
          </a:p>
        </p:txBody>
      </p:sp>
      <p:sp>
        <p:nvSpPr>
          <p:cNvPr id="35" name="Text 11">
            <a:extLst>
              <a:ext uri="{FF2B5EF4-FFF2-40B4-BE49-F238E27FC236}">
                <a16:creationId xmlns:a16="http://schemas.microsoft.com/office/drawing/2014/main" id="{BC83D2F3-C76E-92E8-45FD-40416AF3CEC6}"/>
              </a:ext>
            </a:extLst>
          </p:cNvPr>
          <p:cNvSpPr/>
          <p:nvPr/>
        </p:nvSpPr>
        <p:spPr>
          <a:xfrm>
            <a:off x="475488" y="1915405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de necesidades, preguntas de descubrimiento y escucha activa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8F5D7-65D2-8D43-E8EF-7C6840DE75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1D70418-999B-1B9D-EDBD-E68A8D61A559}"/>
              </a:ext>
            </a:extLst>
          </p:cNvPr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469893C-E2D7-1113-601B-CB6BB8C78A58}"/>
              </a:ext>
            </a:extLst>
          </p:cNvPr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CLAROS Y ACCIONABLES</a:t>
            </a:r>
            <a:endParaRPr lang="en-US" sz="2400">
              <a:highlight>
                <a:srgbClr val="FFFF00"/>
              </a:highlight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1FE5F5E-243D-A23F-6907-5EF14C6F2205}"/>
              </a:ext>
            </a:extLst>
          </p:cNvPr>
          <p:cNvSpPr/>
          <p:nvPr/>
        </p:nvSpPr>
        <p:spPr>
          <a:xfrm>
            <a:off x="6349365" y="3736739"/>
            <a:ext cx="2606040" cy="1260348"/>
          </a:xfrm>
          <a:prstGeom prst="rect">
            <a:avLst/>
          </a:prstGeom>
          <a:solidFill>
            <a:srgbClr val="FEF2F2"/>
          </a:solidFill>
          <a:ln w="19050">
            <a:solidFill>
              <a:srgbClr val="EF4444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DC87339A-42E4-3ACA-63EF-FF6B29D432CA}"/>
              </a:ext>
            </a:extLst>
          </p:cNvPr>
          <p:cNvSpPr/>
          <p:nvPr/>
        </p:nvSpPr>
        <p:spPr>
          <a:xfrm>
            <a:off x="6349365" y="3736739"/>
            <a:ext cx="2606040" cy="360099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A7ACDC2-E5F5-3198-6FDE-097396491DFB}"/>
              </a:ext>
            </a:extLst>
          </p:cNvPr>
          <p:cNvSpPr/>
          <p:nvPr/>
        </p:nvSpPr>
        <p:spPr>
          <a:xfrm>
            <a:off x="6440805" y="3755027"/>
            <a:ext cx="2423160" cy="330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MALO</a:t>
            </a:r>
            <a:endParaRPr lang="en-US" sz="200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AE7596AE-F165-7CAC-3BC6-71221294C173}"/>
              </a:ext>
            </a:extLst>
          </p:cNvPr>
          <p:cNvSpPr/>
          <p:nvPr/>
        </p:nvSpPr>
        <p:spPr>
          <a:xfrm>
            <a:off x="6486525" y="4214894"/>
            <a:ext cx="2331720" cy="7201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con fallos críticos.</a:t>
            </a:r>
            <a:endParaRPr lang="en-US" sz="1300"/>
          </a:p>
          <a:p>
            <a:pPr marL="0" indent="0" algn="ctr">
              <a:buNone/>
            </a:pPr>
            <a:r>
              <a:rPr lang="en-US" sz="13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Necesita atención inmediata.</a:t>
            </a:r>
            <a:endParaRPr lang="en-US" sz="130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89CAE1E2-005E-B9C9-9A8F-62561FBCF13F}"/>
              </a:ext>
            </a:extLst>
          </p:cNvPr>
          <p:cNvSpPr/>
          <p:nvPr/>
        </p:nvSpPr>
        <p:spPr>
          <a:xfrm>
            <a:off x="6349365" y="2347993"/>
            <a:ext cx="2606040" cy="1260348"/>
          </a:xfrm>
          <a:prstGeom prst="rect">
            <a:avLst/>
          </a:prstGeom>
          <a:solidFill>
            <a:srgbClr val="FFFBEB"/>
          </a:solidFill>
          <a:ln w="19050">
            <a:solidFill>
              <a:srgbClr val="F59E0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AF7AE20F-8995-89A7-ED97-FA6627BA0487}"/>
              </a:ext>
            </a:extLst>
          </p:cNvPr>
          <p:cNvSpPr/>
          <p:nvPr/>
        </p:nvSpPr>
        <p:spPr>
          <a:xfrm>
            <a:off x="6349365" y="2347993"/>
            <a:ext cx="2606040" cy="360099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912D9565-457D-6C4F-E3FC-B24FE864EA55}"/>
              </a:ext>
            </a:extLst>
          </p:cNvPr>
          <p:cNvSpPr/>
          <p:nvPr/>
        </p:nvSpPr>
        <p:spPr>
          <a:xfrm>
            <a:off x="6440805" y="2366281"/>
            <a:ext cx="2423160" cy="330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MEJORABLE</a:t>
            </a:r>
            <a:endParaRPr lang="en-US" sz="200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3A2C6682-FDA3-BA9D-8400-FDABAC4C7E40}"/>
              </a:ext>
            </a:extLst>
          </p:cNvPr>
          <p:cNvSpPr/>
          <p:nvPr/>
        </p:nvSpPr>
        <p:spPr>
          <a:xfrm>
            <a:off x="6486525" y="2826148"/>
            <a:ext cx="2331720" cy="7201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Correcto pero con áreas</a:t>
            </a:r>
            <a:endParaRPr lang="en-US" sz="1300"/>
          </a:p>
          <a:p>
            <a:pPr marL="0" indent="0" algn="ctr">
              <a:buNone/>
            </a:pPr>
            <a:r>
              <a:rPr lang="en-US" sz="13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claras de desarrollo.</a:t>
            </a:r>
            <a:endParaRPr lang="en-US" sz="130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F8B226B5-F480-7C67-BE30-5199450833FC}"/>
              </a:ext>
            </a:extLst>
          </p:cNvPr>
          <p:cNvSpPr/>
          <p:nvPr/>
        </p:nvSpPr>
        <p:spPr>
          <a:xfrm>
            <a:off x="6349365" y="969589"/>
            <a:ext cx="2606040" cy="1260348"/>
          </a:xfrm>
          <a:prstGeom prst="rect">
            <a:avLst/>
          </a:prstGeom>
          <a:solidFill>
            <a:srgbClr val="F0FDF4"/>
          </a:solidFill>
          <a:ln w="19050">
            <a:solidFill>
              <a:srgbClr val="22C55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0B9278C4-BFFE-0B28-2961-3B195FE200D2}"/>
              </a:ext>
            </a:extLst>
          </p:cNvPr>
          <p:cNvSpPr/>
          <p:nvPr/>
        </p:nvSpPr>
        <p:spPr>
          <a:xfrm>
            <a:off x="6349365" y="969589"/>
            <a:ext cx="2606040" cy="360099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F8C15728-71B7-B96D-F309-E457DCCFBCB2}"/>
              </a:ext>
            </a:extLst>
          </p:cNvPr>
          <p:cNvSpPr/>
          <p:nvPr/>
        </p:nvSpPr>
        <p:spPr>
          <a:xfrm>
            <a:off x="6440805" y="987877"/>
            <a:ext cx="2423160" cy="330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BUENO</a:t>
            </a:r>
            <a:endParaRPr lang="en-US" sz="200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74A794B7-82A6-A0B2-F7C1-24A6AC3D811B}"/>
              </a:ext>
            </a:extLst>
          </p:cNvPr>
          <p:cNvSpPr/>
          <p:nvPr/>
        </p:nvSpPr>
        <p:spPr>
          <a:xfrm>
            <a:off x="6486525" y="1447744"/>
            <a:ext cx="2331720" cy="7201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ejecutado con</a:t>
            </a:r>
            <a:endParaRPr lang="en-US" sz="1300"/>
          </a:p>
          <a:p>
            <a:pPr marL="0" indent="0" algn="ctr">
              <a:buNone/>
            </a:pPr>
            <a:r>
              <a:rPr lang="en-US" sz="13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efectividad y profesionalismo.</a:t>
            </a:r>
            <a:endParaRPr lang="en-US" sz="130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B29BB673-8808-4634-9208-51F6101968A8}"/>
              </a:ext>
            </a:extLst>
          </p:cNvPr>
          <p:cNvSpPr/>
          <p:nvPr/>
        </p:nvSpPr>
        <p:spPr>
          <a:xfrm>
            <a:off x="1611629" y="1338161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incluye cada informe?</a:t>
            </a:r>
            <a:endParaRPr lang="en-US" sz="160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113F2F57-6029-8F84-5AFA-29083B3EC722}"/>
              </a:ext>
            </a:extLst>
          </p:cNvPr>
          <p:cNvSpPr/>
          <p:nvPr/>
        </p:nvSpPr>
        <p:spPr>
          <a:xfrm>
            <a:off x="457198" y="2034947"/>
            <a:ext cx="484822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Calificación global + por bloque con nivel MALO / MEJORABLE / BUENO</a:t>
            </a:r>
            <a:endParaRPr lang="en-US" sz="120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28C2038A-16C4-6C38-B715-692441804BFF}"/>
              </a:ext>
            </a:extLst>
          </p:cNvPr>
          <p:cNvSpPr/>
          <p:nvPr/>
        </p:nvSpPr>
        <p:spPr>
          <a:xfrm>
            <a:off x="457200" y="3835445"/>
            <a:ext cx="5210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Evidencias textuales: fragmentos exactos de la llamada que justifican cada nota</a:t>
            </a:r>
            <a:endParaRPr lang="en-US" sz="120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14376BCC-BF02-A046-0E4C-D964FD453184}"/>
              </a:ext>
            </a:extLst>
          </p:cNvPr>
          <p:cNvSpPr/>
          <p:nvPr/>
        </p:nvSpPr>
        <p:spPr>
          <a:xfrm>
            <a:off x="457200" y="2934196"/>
            <a:ext cx="491871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Recomendaciones accionables y específicas para ese asesor y esa llamada</a:t>
            </a:r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31021388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7860"/>
            <a:ext cx="9144000" cy="82296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COSTOS ESTIMADOS ACTUALES * </a:t>
            </a:r>
            <a:endParaRPr lang="en-US" sz="2400">
              <a:highlight>
                <a:srgbClr val="FFFF00"/>
              </a:highlight>
            </a:endParaRPr>
          </a:p>
        </p:txBody>
      </p:sp>
      <p:grpSp>
        <p:nvGrpSpPr>
          <p:cNvPr id="36" name="Grupo 35">
            <a:extLst>
              <a:ext uri="{FF2B5EF4-FFF2-40B4-BE49-F238E27FC236}">
                <a16:creationId xmlns:a16="http://schemas.microsoft.com/office/drawing/2014/main" id="{D8D3F7A3-0AE2-76B5-2C2D-A6F4F28A2665}"/>
              </a:ext>
            </a:extLst>
          </p:cNvPr>
          <p:cNvGrpSpPr/>
          <p:nvPr/>
        </p:nvGrpSpPr>
        <p:grpSpPr>
          <a:xfrm>
            <a:off x="555144" y="1146479"/>
            <a:ext cx="4098080" cy="3756226"/>
            <a:chOff x="274320" y="960120"/>
            <a:chExt cx="2743200" cy="1828800"/>
          </a:xfrm>
        </p:grpSpPr>
        <p:sp>
          <p:nvSpPr>
            <p:cNvPr id="4" name="Shape 2"/>
            <p:cNvSpPr/>
            <p:nvPr/>
          </p:nvSpPr>
          <p:spPr>
            <a:xfrm>
              <a:off x="274320" y="960120"/>
              <a:ext cx="2743200" cy="18288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2E8F0"/>
              </a:solidFill>
              <a:prstDash val="solid"/>
            </a:ln>
            <a:effectLst>
              <a:outerShdw blurRad="1016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s-ES"/>
            </a:p>
          </p:txBody>
        </p:sp>
        <p:sp>
          <p:nvSpPr>
            <p:cNvPr id="5" name="Shape 3"/>
            <p:cNvSpPr/>
            <p:nvPr/>
          </p:nvSpPr>
          <p:spPr>
            <a:xfrm>
              <a:off x="274320" y="960120"/>
              <a:ext cx="2743200" cy="64008"/>
            </a:xfrm>
            <a:prstGeom prst="rect">
              <a:avLst/>
            </a:prstGeom>
            <a:solidFill>
              <a:srgbClr val="6366F1"/>
            </a:solidFill>
            <a:ln w="12700">
              <a:solidFill>
                <a:srgbClr val="6366F1"/>
              </a:solidFill>
              <a:prstDash val="solid"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6" name="Text 4"/>
            <p:cNvSpPr/>
            <p:nvPr/>
          </p:nvSpPr>
          <p:spPr>
            <a:xfrm>
              <a:off x="411480" y="1097280"/>
              <a:ext cx="54864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endParaRPr lang="en-US" sz="2800"/>
            </a:p>
          </p:txBody>
        </p:sp>
        <p:sp>
          <p:nvSpPr>
            <p:cNvPr id="7" name="Text 5"/>
            <p:cNvSpPr/>
            <p:nvPr/>
          </p:nvSpPr>
          <p:spPr>
            <a:xfrm>
              <a:off x="1024128" y="1124712"/>
              <a:ext cx="187452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endParaRPr lang="en-US" sz="1300"/>
            </a:p>
          </p:txBody>
        </p:sp>
        <p:sp>
          <p:nvSpPr>
            <p:cNvPr id="8" name="Text 6"/>
            <p:cNvSpPr/>
            <p:nvPr/>
          </p:nvSpPr>
          <p:spPr>
            <a:xfrm>
              <a:off x="411480" y="1691640"/>
              <a:ext cx="2487168" cy="9601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endParaRPr lang="en-US" sz="1100"/>
            </a:p>
          </p:txBody>
        </p:sp>
      </p:grpSp>
      <p:sp>
        <p:nvSpPr>
          <p:cNvPr id="9" name="Shape 7">
            <a:extLst>
              <a:ext uri="{FF2B5EF4-FFF2-40B4-BE49-F238E27FC236}">
                <a16:creationId xmlns:a16="http://schemas.microsoft.com/office/drawing/2014/main" id="{EAA2D9A9-7F21-E6A3-17D5-123E18E2E161}"/>
              </a:ext>
            </a:extLst>
          </p:cNvPr>
          <p:cNvSpPr/>
          <p:nvPr/>
        </p:nvSpPr>
        <p:spPr>
          <a:xfrm>
            <a:off x="764394" y="2389277"/>
            <a:ext cx="998915" cy="320695"/>
          </a:xfrm>
          <a:prstGeom prst="rect">
            <a:avLst/>
          </a:prstGeom>
          <a:solidFill>
            <a:srgbClr val="F0F6FA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Text 13">
            <a:extLst>
              <a:ext uri="{FF2B5EF4-FFF2-40B4-BE49-F238E27FC236}">
                <a16:creationId xmlns:a16="http://schemas.microsoft.com/office/drawing/2014/main" id="{70145C1D-0CF6-9877-9A7E-8E3D4D272A68}"/>
              </a:ext>
            </a:extLst>
          </p:cNvPr>
          <p:cNvSpPr/>
          <p:nvPr/>
        </p:nvSpPr>
        <p:spPr>
          <a:xfrm>
            <a:off x="1014416" y="2348540"/>
            <a:ext cx="54028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</a:t>
            </a:r>
            <a:endParaRPr lang="en-US" sz="1500"/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5C3CDBEA-9037-9B53-898D-E8E826AEF65C}"/>
              </a:ext>
            </a:extLst>
          </p:cNvPr>
          <p:cNvSpPr/>
          <p:nvPr/>
        </p:nvSpPr>
        <p:spPr>
          <a:xfrm>
            <a:off x="764394" y="3001551"/>
            <a:ext cx="998915" cy="320695"/>
          </a:xfrm>
          <a:prstGeom prst="rect">
            <a:avLst/>
          </a:prstGeom>
          <a:solidFill>
            <a:srgbClr val="F0F6FA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2" name="Text 13">
            <a:extLst>
              <a:ext uri="{FF2B5EF4-FFF2-40B4-BE49-F238E27FC236}">
                <a16:creationId xmlns:a16="http://schemas.microsoft.com/office/drawing/2014/main" id="{D9DB5478-664C-BF93-8796-771F33D961FD}"/>
              </a:ext>
            </a:extLst>
          </p:cNvPr>
          <p:cNvSpPr/>
          <p:nvPr/>
        </p:nvSpPr>
        <p:spPr>
          <a:xfrm>
            <a:off x="910109" y="2953220"/>
            <a:ext cx="74889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</a:t>
            </a:r>
            <a:endParaRPr lang="en-US" sz="1500"/>
          </a:p>
        </p:txBody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ED58EBD2-5944-E20A-0D2D-BF544F55CFAF}"/>
              </a:ext>
            </a:extLst>
          </p:cNvPr>
          <p:cNvSpPr/>
          <p:nvPr/>
        </p:nvSpPr>
        <p:spPr>
          <a:xfrm>
            <a:off x="764394" y="3605222"/>
            <a:ext cx="998915" cy="320695"/>
          </a:xfrm>
          <a:prstGeom prst="rect">
            <a:avLst/>
          </a:prstGeom>
          <a:solidFill>
            <a:srgbClr val="F0F6FA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4" name="Text 13">
            <a:extLst>
              <a:ext uri="{FF2B5EF4-FFF2-40B4-BE49-F238E27FC236}">
                <a16:creationId xmlns:a16="http://schemas.microsoft.com/office/drawing/2014/main" id="{C64C95A0-6E3B-D4A8-DDC8-ED4F384369D8}"/>
              </a:ext>
            </a:extLst>
          </p:cNvPr>
          <p:cNvSpPr/>
          <p:nvPr/>
        </p:nvSpPr>
        <p:spPr>
          <a:xfrm>
            <a:off x="1014416" y="3564485"/>
            <a:ext cx="54028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</a:t>
            </a:r>
            <a:endParaRPr lang="en-US" sz="1500"/>
          </a:p>
        </p:txBody>
      </p:sp>
      <p:sp>
        <p:nvSpPr>
          <p:cNvPr id="15" name="Shape 7">
            <a:extLst>
              <a:ext uri="{FF2B5EF4-FFF2-40B4-BE49-F238E27FC236}">
                <a16:creationId xmlns:a16="http://schemas.microsoft.com/office/drawing/2014/main" id="{63E533C0-B036-BA4A-2EB7-9DE71E6B310B}"/>
              </a:ext>
            </a:extLst>
          </p:cNvPr>
          <p:cNvSpPr/>
          <p:nvPr/>
        </p:nvSpPr>
        <p:spPr>
          <a:xfrm>
            <a:off x="764394" y="4171005"/>
            <a:ext cx="998915" cy="320695"/>
          </a:xfrm>
          <a:prstGeom prst="rect">
            <a:avLst/>
          </a:prstGeom>
          <a:solidFill>
            <a:srgbClr val="F0F6FA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FBCCD820-EDC2-9651-BC2D-DCB5AA022C41}"/>
              </a:ext>
            </a:extLst>
          </p:cNvPr>
          <p:cNvSpPr/>
          <p:nvPr/>
        </p:nvSpPr>
        <p:spPr>
          <a:xfrm>
            <a:off x="1014416" y="4130268"/>
            <a:ext cx="54028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AÑO</a:t>
            </a:r>
            <a:endParaRPr lang="en-US" sz="1500"/>
          </a:p>
        </p:txBody>
      </p:sp>
      <p:sp>
        <p:nvSpPr>
          <p:cNvPr id="17" name="Shape 7">
            <a:extLst>
              <a:ext uri="{FF2B5EF4-FFF2-40B4-BE49-F238E27FC236}">
                <a16:creationId xmlns:a16="http://schemas.microsoft.com/office/drawing/2014/main" id="{F38F1AE4-FE80-50DC-6B34-BFB8D3E937BE}"/>
              </a:ext>
            </a:extLst>
          </p:cNvPr>
          <p:cNvSpPr/>
          <p:nvPr/>
        </p:nvSpPr>
        <p:spPr>
          <a:xfrm>
            <a:off x="1924803" y="2392661"/>
            <a:ext cx="998915" cy="320695"/>
          </a:xfrm>
          <a:prstGeom prst="rect">
            <a:avLst/>
          </a:prstGeom>
          <a:solidFill>
            <a:srgbClr val="F0F6FA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2D348863-2039-CA72-7A1F-1785552E3A99}"/>
              </a:ext>
            </a:extLst>
          </p:cNvPr>
          <p:cNvSpPr/>
          <p:nvPr/>
        </p:nvSpPr>
        <p:spPr>
          <a:xfrm>
            <a:off x="2096313" y="2363843"/>
            <a:ext cx="64458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ENT</a:t>
            </a:r>
            <a:endParaRPr lang="en-US" sz="1500"/>
          </a:p>
        </p:txBody>
      </p:sp>
      <p:sp>
        <p:nvSpPr>
          <p:cNvPr id="19" name="Shape 7">
            <a:extLst>
              <a:ext uri="{FF2B5EF4-FFF2-40B4-BE49-F238E27FC236}">
                <a16:creationId xmlns:a16="http://schemas.microsoft.com/office/drawing/2014/main" id="{7B8CF7AA-50A4-EBFA-8C8B-F3B76EC95745}"/>
              </a:ext>
            </a:extLst>
          </p:cNvPr>
          <p:cNvSpPr/>
          <p:nvPr/>
        </p:nvSpPr>
        <p:spPr>
          <a:xfrm>
            <a:off x="1924803" y="3004935"/>
            <a:ext cx="998915" cy="320695"/>
          </a:xfrm>
          <a:prstGeom prst="rect">
            <a:avLst/>
          </a:prstGeom>
          <a:solidFill>
            <a:srgbClr val="F0F6FA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0" name="Text 13">
            <a:extLst>
              <a:ext uri="{FF2B5EF4-FFF2-40B4-BE49-F238E27FC236}">
                <a16:creationId xmlns:a16="http://schemas.microsoft.com/office/drawing/2014/main" id="{B219205D-CF02-C30F-D4D0-9418FD0C214A}"/>
              </a:ext>
            </a:extLst>
          </p:cNvPr>
          <p:cNvSpPr/>
          <p:nvPr/>
        </p:nvSpPr>
        <p:spPr>
          <a:xfrm>
            <a:off x="2070518" y="2956604"/>
            <a:ext cx="74889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 ENT</a:t>
            </a:r>
            <a:endParaRPr lang="en-US" sz="1500"/>
          </a:p>
        </p:txBody>
      </p:sp>
      <p:sp>
        <p:nvSpPr>
          <p:cNvPr id="21" name="Shape 7">
            <a:extLst>
              <a:ext uri="{FF2B5EF4-FFF2-40B4-BE49-F238E27FC236}">
                <a16:creationId xmlns:a16="http://schemas.microsoft.com/office/drawing/2014/main" id="{00ECCB4E-E38B-F84D-0EBF-C1FE23832056}"/>
              </a:ext>
            </a:extLst>
          </p:cNvPr>
          <p:cNvSpPr/>
          <p:nvPr/>
        </p:nvSpPr>
        <p:spPr>
          <a:xfrm>
            <a:off x="1924803" y="3608606"/>
            <a:ext cx="998915" cy="320695"/>
          </a:xfrm>
          <a:prstGeom prst="rect">
            <a:avLst/>
          </a:prstGeom>
          <a:solidFill>
            <a:srgbClr val="F0F6FA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2" name="Text 13">
            <a:extLst>
              <a:ext uri="{FF2B5EF4-FFF2-40B4-BE49-F238E27FC236}">
                <a16:creationId xmlns:a16="http://schemas.microsoft.com/office/drawing/2014/main" id="{C476FB85-AD1B-FBA4-2726-8E9FDCB4B089}"/>
              </a:ext>
            </a:extLst>
          </p:cNvPr>
          <p:cNvSpPr/>
          <p:nvPr/>
        </p:nvSpPr>
        <p:spPr>
          <a:xfrm>
            <a:off x="2059880" y="3561284"/>
            <a:ext cx="79030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1680 ENT</a:t>
            </a:r>
            <a:endParaRPr lang="en-US" sz="1500"/>
          </a:p>
        </p:txBody>
      </p:sp>
      <p:sp>
        <p:nvSpPr>
          <p:cNvPr id="23" name="Shape 7">
            <a:extLst>
              <a:ext uri="{FF2B5EF4-FFF2-40B4-BE49-F238E27FC236}">
                <a16:creationId xmlns:a16="http://schemas.microsoft.com/office/drawing/2014/main" id="{F4F2D6ED-58F1-8BB8-18A6-404FC1DFF1B1}"/>
              </a:ext>
            </a:extLst>
          </p:cNvPr>
          <p:cNvSpPr/>
          <p:nvPr/>
        </p:nvSpPr>
        <p:spPr>
          <a:xfrm>
            <a:off x="1924803" y="4174389"/>
            <a:ext cx="998915" cy="320695"/>
          </a:xfrm>
          <a:prstGeom prst="rect">
            <a:avLst/>
          </a:prstGeom>
          <a:solidFill>
            <a:srgbClr val="F0F6FA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4" name="Text 13">
            <a:extLst>
              <a:ext uri="{FF2B5EF4-FFF2-40B4-BE49-F238E27FC236}">
                <a16:creationId xmlns:a16="http://schemas.microsoft.com/office/drawing/2014/main" id="{B28F30C3-F4EB-D52E-BEC4-11D744690D19}"/>
              </a:ext>
            </a:extLst>
          </p:cNvPr>
          <p:cNvSpPr/>
          <p:nvPr/>
        </p:nvSpPr>
        <p:spPr>
          <a:xfrm>
            <a:off x="1841278" y="4133652"/>
            <a:ext cx="118815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20,160 ENT</a:t>
            </a:r>
            <a:endParaRPr lang="en-US" sz="1500"/>
          </a:p>
        </p:txBody>
      </p:sp>
      <p:sp>
        <p:nvSpPr>
          <p:cNvPr id="25" name="Shape 7">
            <a:extLst>
              <a:ext uri="{FF2B5EF4-FFF2-40B4-BE49-F238E27FC236}">
                <a16:creationId xmlns:a16="http://schemas.microsoft.com/office/drawing/2014/main" id="{AA10212B-2CDC-4460-CAAC-D62A1A70FFD0}"/>
              </a:ext>
            </a:extLst>
          </p:cNvPr>
          <p:cNvSpPr/>
          <p:nvPr/>
        </p:nvSpPr>
        <p:spPr>
          <a:xfrm>
            <a:off x="3457351" y="2404580"/>
            <a:ext cx="998915" cy="320695"/>
          </a:xfrm>
          <a:prstGeom prst="rect">
            <a:avLst/>
          </a:prstGeom>
          <a:solidFill>
            <a:srgbClr val="B7D4E7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6" name="Text 13">
            <a:extLst>
              <a:ext uri="{FF2B5EF4-FFF2-40B4-BE49-F238E27FC236}">
                <a16:creationId xmlns:a16="http://schemas.microsoft.com/office/drawing/2014/main" id="{DD04C722-9425-D6C9-C16E-B0EA1DFE6EE8}"/>
              </a:ext>
            </a:extLst>
          </p:cNvPr>
          <p:cNvSpPr/>
          <p:nvPr/>
        </p:nvSpPr>
        <p:spPr>
          <a:xfrm>
            <a:off x="3709653" y="2363843"/>
            <a:ext cx="54028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</a:t>
            </a:r>
            <a:r>
              <a:rPr lang="es-ES" sz="15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</a:t>
            </a:r>
            <a:endParaRPr lang="en-US" sz="1500" b="1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7" name="Shape 7">
            <a:extLst>
              <a:ext uri="{FF2B5EF4-FFF2-40B4-BE49-F238E27FC236}">
                <a16:creationId xmlns:a16="http://schemas.microsoft.com/office/drawing/2014/main" id="{41F1C2F7-860B-ADFE-EBD6-A03996A3C91A}"/>
              </a:ext>
            </a:extLst>
          </p:cNvPr>
          <p:cNvSpPr/>
          <p:nvPr/>
        </p:nvSpPr>
        <p:spPr>
          <a:xfrm>
            <a:off x="3457351" y="3016854"/>
            <a:ext cx="998915" cy="320695"/>
          </a:xfrm>
          <a:prstGeom prst="rect">
            <a:avLst/>
          </a:prstGeom>
          <a:solidFill>
            <a:srgbClr val="B7D4E7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8" name="Text 13">
            <a:extLst>
              <a:ext uri="{FF2B5EF4-FFF2-40B4-BE49-F238E27FC236}">
                <a16:creationId xmlns:a16="http://schemas.microsoft.com/office/drawing/2014/main" id="{CDE618C6-B095-A6D3-D5EC-B07F15CA6349}"/>
              </a:ext>
            </a:extLst>
          </p:cNvPr>
          <p:cNvSpPr/>
          <p:nvPr/>
        </p:nvSpPr>
        <p:spPr>
          <a:xfrm>
            <a:off x="3605346" y="2968523"/>
            <a:ext cx="74889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224 </a:t>
            </a:r>
            <a:r>
              <a:rPr lang="es-ES" sz="15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</a:t>
            </a:r>
            <a:endParaRPr lang="en-US" sz="1500" b="1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9" name="Shape 7">
            <a:extLst>
              <a:ext uri="{FF2B5EF4-FFF2-40B4-BE49-F238E27FC236}">
                <a16:creationId xmlns:a16="http://schemas.microsoft.com/office/drawing/2014/main" id="{2EECD453-31C6-B82B-440B-B423BCDA8D98}"/>
              </a:ext>
            </a:extLst>
          </p:cNvPr>
          <p:cNvSpPr/>
          <p:nvPr/>
        </p:nvSpPr>
        <p:spPr>
          <a:xfrm>
            <a:off x="3457351" y="3620525"/>
            <a:ext cx="998915" cy="320695"/>
          </a:xfrm>
          <a:prstGeom prst="rect">
            <a:avLst/>
          </a:prstGeom>
          <a:solidFill>
            <a:srgbClr val="B7D4E7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0" name="Text 13">
            <a:extLst>
              <a:ext uri="{FF2B5EF4-FFF2-40B4-BE49-F238E27FC236}">
                <a16:creationId xmlns:a16="http://schemas.microsoft.com/office/drawing/2014/main" id="{06D5F71A-90CC-3746-0909-352196725981}"/>
              </a:ext>
            </a:extLst>
          </p:cNvPr>
          <p:cNvSpPr/>
          <p:nvPr/>
        </p:nvSpPr>
        <p:spPr>
          <a:xfrm>
            <a:off x="3709653" y="3579788"/>
            <a:ext cx="54028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941 </a:t>
            </a:r>
            <a:r>
              <a:rPr lang="es-ES" sz="15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</a:t>
            </a:r>
            <a:endParaRPr lang="en-US" sz="1500" b="1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31" name="Shape 7">
            <a:extLst>
              <a:ext uri="{FF2B5EF4-FFF2-40B4-BE49-F238E27FC236}">
                <a16:creationId xmlns:a16="http://schemas.microsoft.com/office/drawing/2014/main" id="{F0CF3E13-C5E1-0A0E-D992-10009745CB78}"/>
              </a:ext>
            </a:extLst>
          </p:cNvPr>
          <p:cNvSpPr/>
          <p:nvPr/>
        </p:nvSpPr>
        <p:spPr>
          <a:xfrm>
            <a:off x="3457351" y="4181344"/>
            <a:ext cx="998915" cy="320695"/>
          </a:xfrm>
          <a:prstGeom prst="rect">
            <a:avLst/>
          </a:prstGeom>
          <a:solidFill>
            <a:srgbClr val="B7D4E7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>
              <a:highlight>
                <a:srgbClr val="FFFF00"/>
              </a:highlight>
            </a:endParaRPr>
          </a:p>
        </p:txBody>
      </p:sp>
      <p:sp>
        <p:nvSpPr>
          <p:cNvPr id="32" name="Text 13">
            <a:extLst>
              <a:ext uri="{FF2B5EF4-FFF2-40B4-BE49-F238E27FC236}">
                <a16:creationId xmlns:a16="http://schemas.microsoft.com/office/drawing/2014/main" id="{08B81BE5-114A-8E15-A052-7B434E446EC5}"/>
              </a:ext>
            </a:extLst>
          </p:cNvPr>
          <p:cNvSpPr/>
          <p:nvPr/>
        </p:nvSpPr>
        <p:spPr>
          <a:xfrm>
            <a:off x="3626166" y="4145571"/>
            <a:ext cx="701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11,290 </a:t>
            </a:r>
            <a:r>
              <a:rPr lang="es-ES" sz="15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</a:t>
            </a:r>
            <a:r>
              <a:rPr lang="en-US" sz="15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/>
          </a:p>
        </p:txBody>
      </p:sp>
      <p:sp>
        <p:nvSpPr>
          <p:cNvPr id="34" name="Shape 7">
            <a:extLst>
              <a:ext uri="{FF2B5EF4-FFF2-40B4-BE49-F238E27FC236}">
                <a16:creationId xmlns:a16="http://schemas.microsoft.com/office/drawing/2014/main" id="{3F7B8D98-714B-37A4-1501-A265B8F2615A}"/>
              </a:ext>
            </a:extLst>
          </p:cNvPr>
          <p:cNvSpPr/>
          <p:nvPr/>
        </p:nvSpPr>
        <p:spPr>
          <a:xfrm>
            <a:off x="2852810" y="1646311"/>
            <a:ext cx="998915" cy="320695"/>
          </a:xfrm>
          <a:prstGeom prst="rect">
            <a:avLst/>
          </a:prstGeom>
          <a:solidFill>
            <a:srgbClr val="B7D4E7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7" name="Text 13">
            <a:extLst>
              <a:ext uri="{FF2B5EF4-FFF2-40B4-BE49-F238E27FC236}">
                <a16:creationId xmlns:a16="http://schemas.microsoft.com/office/drawing/2014/main" id="{F5770375-E4ED-37A8-4EE0-C18A5D8BB1D4}"/>
              </a:ext>
            </a:extLst>
          </p:cNvPr>
          <p:cNvSpPr/>
          <p:nvPr/>
        </p:nvSpPr>
        <p:spPr>
          <a:xfrm>
            <a:off x="3102832" y="1605574"/>
            <a:ext cx="54028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0,56 </a:t>
            </a:r>
            <a:r>
              <a:rPr lang="es-ES" sz="1400" b="1"/>
              <a:t>€</a:t>
            </a:r>
            <a:r>
              <a:rPr lang="en-US" sz="15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/>
          </a:p>
        </p:txBody>
      </p:sp>
      <p:cxnSp>
        <p:nvCxnSpPr>
          <p:cNvPr id="39" name="Conector recto de flecha 38">
            <a:extLst>
              <a:ext uri="{FF2B5EF4-FFF2-40B4-BE49-F238E27FC236}">
                <a16:creationId xmlns:a16="http://schemas.microsoft.com/office/drawing/2014/main" id="{4EFDDEC7-F350-C6E2-B72A-7E90521F34E8}"/>
              </a:ext>
            </a:extLst>
          </p:cNvPr>
          <p:cNvCxnSpPr>
            <a:cxnSpLocks/>
          </p:cNvCxnSpPr>
          <p:nvPr/>
        </p:nvCxnSpPr>
        <p:spPr>
          <a:xfrm>
            <a:off x="2304756" y="1839799"/>
            <a:ext cx="402924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Shape 7">
            <a:extLst>
              <a:ext uri="{FF2B5EF4-FFF2-40B4-BE49-F238E27FC236}">
                <a16:creationId xmlns:a16="http://schemas.microsoft.com/office/drawing/2014/main" id="{F2CAB631-483A-39F1-82DE-89AF3FDBDC69}"/>
              </a:ext>
            </a:extLst>
          </p:cNvPr>
          <p:cNvSpPr/>
          <p:nvPr/>
        </p:nvSpPr>
        <p:spPr>
          <a:xfrm>
            <a:off x="758133" y="1571255"/>
            <a:ext cx="1430719" cy="483537"/>
          </a:xfrm>
          <a:prstGeom prst="rect">
            <a:avLst/>
          </a:prstGeom>
          <a:solidFill>
            <a:srgbClr val="F0F6FA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42" name="Text 13">
            <a:extLst>
              <a:ext uri="{FF2B5EF4-FFF2-40B4-BE49-F238E27FC236}">
                <a16:creationId xmlns:a16="http://schemas.microsoft.com/office/drawing/2014/main" id="{F5E87E1F-B511-5836-FD65-850A25CB1F5A}"/>
              </a:ext>
            </a:extLst>
          </p:cNvPr>
          <p:cNvSpPr/>
          <p:nvPr/>
        </p:nvSpPr>
        <p:spPr>
          <a:xfrm>
            <a:off x="1008154" y="1605574"/>
            <a:ext cx="9989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POR ENTREVISTA</a:t>
            </a:r>
            <a:endParaRPr lang="en-US" sz="1500"/>
          </a:p>
        </p:txBody>
      </p:sp>
      <p:cxnSp>
        <p:nvCxnSpPr>
          <p:cNvPr id="44" name="Conector recto de flecha 43">
            <a:extLst>
              <a:ext uri="{FF2B5EF4-FFF2-40B4-BE49-F238E27FC236}">
                <a16:creationId xmlns:a16="http://schemas.microsoft.com/office/drawing/2014/main" id="{94B93945-8136-A777-FC9D-0A69A0935696}"/>
              </a:ext>
            </a:extLst>
          </p:cNvPr>
          <p:cNvCxnSpPr>
            <a:cxnSpLocks/>
          </p:cNvCxnSpPr>
          <p:nvPr/>
        </p:nvCxnSpPr>
        <p:spPr>
          <a:xfrm>
            <a:off x="2988530" y="2595478"/>
            <a:ext cx="402924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ector recto de flecha 44">
            <a:extLst>
              <a:ext uri="{FF2B5EF4-FFF2-40B4-BE49-F238E27FC236}">
                <a16:creationId xmlns:a16="http://schemas.microsoft.com/office/drawing/2014/main" id="{C345FC12-72AC-5344-C52A-EB05E0D09DC9}"/>
              </a:ext>
            </a:extLst>
          </p:cNvPr>
          <p:cNvCxnSpPr>
            <a:cxnSpLocks/>
          </p:cNvCxnSpPr>
          <p:nvPr/>
        </p:nvCxnSpPr>
        <p:spPr>
          <a:xfrm>
            <a:off x="2989196" y="3192015"/>
            <a:ext cx="402924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cto de flecha 45">
            <a:extLst>
              <a:ext uri="{FF2B5EF4-FFF2-40B4-BE49-F238E27FC236}">
                <a16:creationId xmlns:a16="http://schemas.microsoft.com/office/drawing/2014/main" id="{D63B885C-DB3C-9EB3-0791-85292EB58087}"/>
              </a:ext>
            </a:extLst>
          </p:cNvPr>
          <p:cNvCxnSpPr>
            <a:cxnSpLocks/>
          </p:cNvCxnSpPr>
          <p:nvPr/>
        </p:nvCxnSpPr>
        <p:spPr>
          <a:xfrm>
            <a:off x="2989196" y="3779843"/>
            <a:ext cx="402924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recto de flecha 46">
            <a:extLst>
              <a:ext uri="{FF2B5EF4-FFF2-40B4-BE49-F238E27FC236}">
                <a16:creationId xmlns:a16="http://schemas.microsoft.com/office/drawing/2014/main" id="{C022F815-92E3-16E3-16BA-9EBEB772B09B}"/>
              </a:ext>
            </a:extLst>
          </p:cNvPr>
          <p:cNvCxnSpPr>
            <a:cxnSpLocks/>
          </p:cNvCxnSpPr>
          <p:nvPr/>
        </p:nvCxnSpPr>
        <p:spPr>
          <a:xfrm>
            <a:off x="2988530" y="4354610"/>
            <a:ext cx="402924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Shape 7">
            <a:extLst>
              <a:ext uri="{FF2B5EF4-FFF2-40B4-BE49-F238E27FC236}">
                <a16:creationId xmlns:a16="http://schemas.microsoft.com/office/drawing/2014/main" id="{1A36BE95-9FF2-B26B-3D8C-31CCE83430FE}"/>
              </a:ext>
            </a:extLst>
          </p:cNvPr>
          <p:cNvSpPr/>
          <p:nvPr/>
        </p:nvSpPr>
        <p:spPr>
          <a:xfrm>
            <a:off x="4785602" y="1210289"/>
            <a:ext cx="2609533" cy="1335280"/>
          </a:xfrm>
          <a:prstGeom prst="rect">
            <a:avLst/>
          </a:prstGeom>
          <a:solidFill>
            <a:schemeClr val="bg1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49" name="Text 13">
            <a:extLst>
              <a:ext uri="{FF2B5EF4-FFF2-40B4-BE49-F238E27FC236}">
                <a16:creationId xmlns:a16="http://schemas.microsoft.com/office/drawing/2014/main" id="{85BE7D27-1082-5F4D-F626-C230B3A47141}"/>
              </a:ext>
            </a:extLst>
          </p:cNvPr>
          <p:cNvSpPr/>
          <p:nvPr/>
        </p:nvSpPr>
        <p:spPr>
          <a:xfrm>
            <a:off x="4701298" y="1190707"/>
            <a:ext cx="1680040" cy="13623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s-ES" sz="1200" b="1"/>
              <a:t>TRANSCRIPCION Y DIARIAZACION</a:t>
            </a:r>
            <a:br>
              <a:rPr lang="es-ES" sz="1200" b="1"/>
            </a:br>
            <a:br>
              <a:rPr lang="es-ES" sz="1200" b="1"/>
            </a:br>
            <a:r>
              <a:rPr lang="es-ES" sz="1200" b="1"/>
              <a:t>ANALISIS Y</a:t>
            </a:r>
            <a:br>
              <a:rPr lang="es-ES" sz="1200" b="1"/>
            </a:br>
            <a:r>
              <a:rPr lang="es-ES" sz="1200" b="1"/>
              <a:t> OUTPUT</a:t>
            </a:r>
            <a:r>
              <a:rPr lang="en-US" sz="12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/>
          </a:p>
        </p:txBody>
      </p:sp>
      <p:sp>
        <p:nvSpPr>
          <p:cNvPr id="51" name="Shape 7">
            <a:extLst>
              <a:ext uri="{FF2B5EF4-FFF2-40B4-BE49-F238E27FC236}">
                <a16:creationId xmlns:a16="http://schemas.microsoft.com/office/drawing/2014/main" id="{D5FF3856-49B6-8765-CFFE-D35EF37D84F2}"/>
              </a:ext>
            </a:extLst>
          </p:cNvPr>
          <p:cNvSpPr/>
          <p:nvPr/>
        </p:nvSpPr>
        <p:spPr>
          <a:xfrm>
            <a:off x="6564900" y="1476218"/>
            <a:ext cx="640734" cy="320695"/>
          </a:xfrm>
          <a:prstGeom prst="rect">
            <a:avLst/>
          </a:prstGeom>
          <a:solidFill>
            <a:srgbClr val="B7D4E7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2" name="Text 13">
            <a:extLst>
              <a:ext uri="{FF2B5EF4-FFF2-40B4-BE49-F238E27FC236}">
                <a16:creationId xmlns:a16="http://schemas.microsoft.com/office/drawing/2014/main" id="{F352DD11-8BE6-ED27-3D36-2735C79C33DA}"/>
              </a:ext>
            </a:extLst>
          </p:cNvPr>
          <p:cNvSpPr/>
          <p:nvPr/>
        </p:nvSpPr>
        <p:spPr>
          <a:xfrm>
            <a:off x="6615126" y="1440369"/>
            <a:ext cx="54028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0,40 </a:t>
            </a:r>
            <a:r>
              <a:rPr lang="es-ES" sz="1400" b="1"/>
              <a:t>€</a:t>
            </a:r>
            <a:r>
              <a:rPr lang="en-US" sz="15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/>
          </a:p>
        </p:txBody>
      </p:sp>
      <p:sp>
        <p:nvSpPr>
          <p:cNvPr id="53" name="Shape 7">
            <a:extLst>
              <a:ext uri="{FF2B5EF4-FFF2-40B4-BE49-F238E27FC236}">
                <a16:creationId xmlns:a16="http://schemas.microsoft.com/office/drawing/2014/main" id="{7718530B-3E9E-F894-EE7D-EC968DCA0511}"/>
              </a:ext>
            </a:extLst>
          </p:cNvPr>
          <p:cNvSpPr/>
          <p:nvPr/>
        </p:nvSpPr>
        <p:spPr>
          <a:xfrm>
            <a:off x="6575738" y="1999237"/>
            <a:ext cx="640734" cy="320695"/>
          </a:xfrm>
          <a:prstGeom prst="rect">
            <a:avLst/>
          </a:prstGeom>
          <a:solidFill>
            <a:srgbClr val="B7D4E7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4" name="Text 13">
            <a:extLst>
              <a:ext uri="{FF2B5EF4-FFF2-40B4-BE49-F238E27FC236}">
                <a16:creationId xmlns:a16="http://schemas.microsoft.com/office/drawing/2014/main" id="{E7E1AB38-A13B-E59F-2C9F-C1D4304948E3}"/>
              </a:ext>
            </a:extLst>
          </p:cNvPr>
          <p:cNvSpPr/>
          <p:nvPr/>
        </p:nvSpPr>
        <p:spPr>
          <a:xfrm>
            <a:off x="6625964" y="1963388"/>
            <a:ext cx="54028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0,16 </a:t>
            </a:r>
            <a:r>
              <a:rPr lang="es-ES" sz="1400" b="1"/>
              <a:t>€</a:t>
            </a:r>
            <a:r>
              <a:rPr lang="en-US" sz="15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/>
          </a:p>
        </p:txBody>
      </p:sp>
      <p:cxnSp>
        <p:nvCxnSpPr>
          <p:cNvPr id="55" name="Conector recto de flecha 54">
            <a:extLst>
              <a:ext uri="{FF2B5EF4-FFF2-40B4-BE49-F238E27FC236}">
                <a16:creationId xmlns:a16="http://schemas.microsoft.com/office/drawing/2014/main" id="{94E2E167-1E5D-CFAC-6716-A4B825B124F6}"/>
              </a:ext>
            </a:extLst>
          </p:cNvPr>
          <p:cNvCxnSpPr>
            <a:cxnSpLocks/>
          </p:cNvCxnSpPr>
          <p:nvPr/>
        </p:nvCxnSpPr>
        <p:spPr>
          <a:xfrm>
            <a:off x="6044413" y="2168547"/>
            <a:ext cx="402924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ector recto de flecha 55">
            <a:extLst>
              <a:ext uri="{FF2B5EF4-FFF2-40B4-BE49-F238E27FC236}">
                <a16:creationId xmlns:a16="http://schemas.microsoft.com/office/drawing/2014/main" id="{8C6EAB03-0CF3-1E27-ABEA-8A61B50A364C}"/>
              </a:ext>
            </a:extLst>
          </p:cNvPr>
          <p:cNvCxnSpPr>
            <a:cxnSpLocks/>
          </p:cNvCxnSpPr>
          <p:nvPr/>
        </p:nvCxnSpPr>
        <p:spPr>
          <a:xfrm>
            <a:off x="6057320" y="1631405"/>
            <a:ext cx="402924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ector recto de flecha 56">
            <a:extLst>
              <a:ext uri="{FF2B5EF4-FFF2-40B4-BE49-F238E27FC236}">
                <a16:creationId xmlns:a16="http://schemas.microsoft.com/office/drawing/2014/main" id="{C1B85368-7BBD-E7A7-4A1F-DA6C3A818AB5}"/>
              </a:ext>
            </a:extLst>
          </p:cNvPr>
          <p:cNvCxnSpPr>
            <a:cxnSpLocks/>
          </p:cNvCxnSpPr>
          <p:nvPr/>
        </p:nvCxnSpPr>
        <p:spPr>
          <a:xfrm flipV="1">
            <a:off x="3972449" y="1614033"/>
            <a:ext cx="1013779" cy="18730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ector recto de flecha 58">
            <a:extLst>
              <a:ext uri="{FF2B5EF4-FFF2-40B4-BE49-F238E27FC236}">
                <a16:creationId xmlns:a16="http://schemas.microsoft.com/office/drawing/2014/main" id="{B31E85FA-E8EC-CAB1-819C-F5A5957D08E6}"/>
              </a:ext>
            </a:extLst>
          </p:cNvPr>
          <p:cNvCxnSpPr>
            <a:cxnSpLocks/>
          </p:cNvCxnSpPr>
          <p:nvPr/>
        </p:nvCxnSpPr>
        <p:spPr>
          <a:xfrm>
            <a:off x="3972449" y="1796913"/>
            <a:ext cx="1013779" cy="37163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Rectángulo 63">
            <a:extLst>
              <a:ext uri="{FF2B5EF4-FFF2-40B4-BE49-F238E27FC236}">
                <a16:creationId xmlns:a16="http://schemas.microsoft.com/office/drawing/2014/main" id="{E2B5355A-1870-3F40-C31D-B68410BD8F6C}"/>
              </a:ext>
            </a:extLst>
          </p:cNvPr>
          <p:cNvSpPr/>
          <p:nvPr/>
        </p:nvSpPr>
        <p:spPr>
          <a:xfrm>
            <a:off x="4939806" y="4038402"/>
            <a:ext cx="3975595" cy="6324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6" name="Text 13">
            <a:extLst>
              <a:ext uri="{FF2B5EF4-FFF2-40B4-BE49-F238E27FC236}">
                <a16:creationId xmlns:a16="http://schemas.microsoft.com/office/drawing/2014/main" id="{BC326AEF-0630-0650-163F-6742A877DB67}"/>
              </a:ext>
            </a:extLst>
          </p:cNvPr>
          <p:cNvSpPr/>
          <p:nvPr/>
        </p:nvSpPr>
        <p:spPr>
          <a:xfrm>
            <a:off x="4939805" y="4038402"/>
            <a:ext cx="3975595" cy="63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00" b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*COSTOS ESTIMADOS A MAYO 2026</a:t>
            </a:r>
            <a:endParaRPr lang="en-US" sz="1500">
              <a:solidFill>
                <a:schemeClr val="bg1"/>
              </a:solidFill>
            </a:endParaRPr>
          </a:p>
        </p:txBody>
      </p:sp>
      <p:sp>
        <p:nvSpPr>
          <p:cNvPr id="68" name="Text 13">
            <a:extLst>
              <a:ext uri="{FF2B5EF4-FFF2-40B4-BE49-F238E27FC236}">
                <a16:creationId xmlns:a16="http://schemas.microsoft.com/office/drawing/2014/main" id="{D077289F-3F70-7C85-F65B-38A53B251AD0}"/>
              </a:ext>
            </a:extLst>
          </p:cNvPr>
          <p:cNvSpPr/>
          <p:nvPr/>
        </p:nvSpPr>
        <p:spPr>
          <a:xfrm>
            <a:off x="1512313" y="2365241"/>
            <a:ext cx="64458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500"/>
          </a:p>
        </p:txBody>
      </p:sp>
      <p:sp>
        <p:nvSpPr>
          <p:cNvPr id="69" name="Text 13">
            <a:extLst>
              <a:ext uri="{FF2B5EF4-FFF2-40B4-BE49-F238E27FC236}">
                <a16:creationId xmlns:a16="http://schemas.microsoft.com/office/drawing/2014/main" id="{B73A4F67-B704-6CB9-A9D4-DB49EDBA1397}"/>
              </a:ext>
            </a:extLst>
          </p:cNvPr>
          <p:cNvSpPr/>
          <p:nvPr/>
        </p:nvSpPr>
        <p:spPr>
          <a:xfrm>
            <a:off x="1512313" y="2956105"/>
            <a:ext cx="64458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500"/>
          </a:p>
        </p:txBody>
      </p:sp>
      <p:sp>
        <p:nvSpPr>
          <p:cNvPr id="70" name="Text 13">
            <a:extLst>
              <a:ext uri="{FF2B5EF4-FFF2-40B4-BE49-F238E27FC236}">
                <a16:creationId xmlns:a16="http://schemas.microsoft.com/office/drawing/2014/main" id="{9F22F6F8-C90C-0307-370C-385FD294F3A2}"/>
              </a:ext>
            </a:extLst>
          </p:cNvPr>
          <p:cNvSpPr/>
          <p:nvPr/>
        </p:nvSpPr>
        <p:spPr>
          <a:xfrm>
            <a:off x="1512313" y="3567785"/>
            <a:ext cx="64458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500"/>
          </a:p>
        </p:txBody>
      </p:sp>
      <p:sp>
        <p:nvSpPr>
          <p:cNvPr id="71" name="Text 13">
            <a:extLst>
              <a:ext uri="{FF2B5EF4-FFF2-40B4-BE49-F238E27FC236}">
                <a16:creationId xmlns:a16="http://schemas.microsoft.com/office/drawing/2014/main" id="{2DC11A35-A1AF-A7F1-4B50-0F59B76FA27F}"/>
              </a:ext>
            </a:extLst>
          </p:cNvPr>
          <p:cNvSpPr/>
          <p:nvPr/>
        </p:nvSpPr>
        <p:spPr>
          <a:xfrm>
            <a:off x="1512313" y="4131417"/>
            <a:ext cx="64458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5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56EDF9-928C-32B6-F482-FD705CABAA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C7817E2-A03F-1681-9B2D-8F5D0E60AC6B}"/>
              </a:ext>
            </a:extLst>
          </p:cNvPr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E0C3CDE-F106-80B0-EC3A-B78D04A24F83}"/>
              </a:ext>
            </a:extLst>
          </p:cNvPr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ACTUAL Y PRÓXIMOS PASOS</a:t>
            </a:r>
            <a:endParaRPr lang="en-US" sz="240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1DDBB1D8-52DE-98C3-A336-F8CC2C3C62A9}"/>
              </a:ext>
            </a:extLst>
          </p:cNvPr>
          <p:cNvSpPr/>
          <p:nvPr/>
        </p:nvSpPr>
        <p:spPr>
          <a:xfrm>
            <a:off x="274320" y="914400"/>
            <a:ext cx="2743200" cy="4069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F82C299C-8491-5D22-A47E-440B7A24E15C}"/>
              </a:ext>
            </a:extLst>
          </p:cNvPr>
          <p:cNvSpPr/>
          <p:nvPr/>
        </p:nvSpPr>
        <p:spPr>
          <a:xfrm>
            <a:off x="274320" y="914400"/>
            <a:ext cx="2743200" cy="5943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2CFC2B8-6804-82B0-0ABC-35D0D1ED682B}"/>
              </a:ext>
            </a:extLst>
          </p:cNvPr>
          <p:cNvSpPr/>
          <p:nvPr/>
        </p:nvSpPr>
        <p:spPr>
          <a:xfrm>
            <a:off x="411480" y="950976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 ✅</a:t>
            </a:r>
            <a:endParaRPr lang="en-US" sz="160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B70C274-8D67-9181-96E8-78AB7CEFABA0}"/>
              </a:ext>
            </a:extLst>
          </p:cNvPr>
          <p:cNvSpPr/>
          <p:nvPr/>
        </p:nvSpPr>
        <p:spPr>
          <a:xfrm>
            <a:off x="411480" y="1600200"/>
            <a:ext cx="2487168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agentes IA especializados en producción</a:t>
            </a:r>
            <a:endParaRPr lang="en-US" sz="110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Transcripción </a:t>
            </a:r>
            <a:r>
              <a:rPr lang="en-US" sz="110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automática</a:t>
            </a: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10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AssemblyAI</a:t>
            </a: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Teams)</a:t>
            </a:r>
            <a:endParaRPr lang="en-US" sz="110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con calificación MALO / MEJORABLE / BUENO</a:t>
            </a:r>
            <a:endParaRPr lang="en-US" sz="110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 con </a:t>
            </a:r>
            <a:r>
              <a:rPr lang="en-US" sz="110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</a:t>
            </a: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</a:t>
            </a: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asesores</a:t>
            </a: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Sincronización</a:t>
            </a: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automática</a:t>
            </a: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 ATENEA </a:t>
            </a:r>
            <a:r>
              <a:rPr lang="en-US" sz="110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diario</a:t>
            </a:r>
            <a:endParaRPr lang="en-US" sz="110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Chainlit para consultas del JE</a:t>
            </a:r>
            <a:endParaRPr lang="en-US" sz="110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FF36A4AE-556C-7C1B-4D46-EE9ADE5A6457}"/>
              </a:ext>
            </a:extLst>
          </p:cNvPr>
          <p:cNvSpPr/>
          <p:nvPr/>
        </p:nvSpPr>
        <p:spPr>
          <a:xfrm>
            <a:off x="3200400" y="914400"/>
            <a:ext cx="2743200" cy="4069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4A15F3F2-D92C-8095-D18F-89B5B37F7D33}"/>
              </a:ext>
            </a:extLst>
          </p:cNvPr>
          <p:cNvSpPr/>
          <p:nvPr/>
        </p:nvSpPr>
        <p:spPr>
          <a:xfrm>
            <a:off x="3200400" y="914400"/>
            <a:ext cx="2743200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E0B2871D-A1F2-F06D-8034-F721EF1D752C}"/>
              </a:ext>
            </a:extLst>
          </p:cNvPr>
          <p:cNvSpPr/>
          <p:nvPr/>
        </p:nvSpPr>
        <p:spPr>
          <a:xfrm>
            <a:off x="3337560" y="950976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 🚀</a:t>
            </a:r>
            <a:endParaRPr lang="en-US" sz="160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9C0C9788-D92E-49B6-1874-55EEE9B81D41}"/>
              </a:ext>
            </a:extLst>
          </p:cNvPr>
          <p:cNvSpPr/>
          <p:nvPr/>
        </p:nvSpPr>
        <p:spPr>
          <a:xfrm>
            <a:off x="3337560" y="1600200"/>
            <a:ext cx="2487168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Power BI: KPIs del equipo</a:t>
            </a:r>
            <a:endParaRPr lang="en-US" sz="110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Sesiones</a:t>
            </a: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coaching estructuradas con IA</a:t>
            </a:r>
            <a:endParaRPr lang="en-US" sz="110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</a:t>
            </a: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 </a:t>
            </a:r>
            <a:r>
              <a:rPr lang="en-US" sz="110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Asesores</a:t>
            </a: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reales</a:t>
            </a:r>
          </a:p>
          <a:p>
            <a:pPr marL="342900" indent="-342900">
              <a:spcAft>
                <a:spcPts val="500"/>
              </a:spcAft>
              <a:buSzPct val="100000"/>
              <a:buFontTx/>
              <a:buChar char="•"/>
            </a:pPr>
            <a:r>
              <a:rPr lang="en-US" sz="110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</a:t>
            </a: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10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patrones</a:t>
            </a: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las </a:t>
            </a:r>
            <a:r>
              <a:rPr lang="en-US" sz="110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entrevistas</a:t>
            </a: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10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Positivos</a:t>
            </a: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en-US" sz="110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Negativos</a:t>
            </a: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100"/>
          </a:p>
          <a:p>
            <a:pPr>
              <a:spcAft>
                <a:spcPts val="500"/>
              </a:spcAft>
              <a:buSzPct val="100000"/>
            </a:pPr>
            <a:endParaRPr lang="en-US" sz="110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A3C140BE-BD75-1114-3E4C-F58DF17D4520}"/>
              </a:ext>
            </a:extLst>
          </p:cNvPr>
          <p:cNvSpPr/>
          <p:nvPr/>
        </p:nvSpPr>
        <p:spPr>
          <a:xfrm>
            <a:off x="6126480" y="914400"/>
            <a:ext cx="2743200" cy="4069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B254C816-CD98-BDA0-AB7B-555358FD5A42}"/>
              </a:ext>
            </a:extLst>
          </p:cNvPr>
          <p:cNvSpPr/>
          <p:nvPr/>
        </p:nvSpPr>
        <p:spPr>
          <a:xfrm>
            <a:off x="6126480" y="914400"/>
            <a:ext cx="2743200" cy="594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DEAED81B-B176-15BC-9A84-A1EB87311D46}"/>
              </a:ext>
            </a:extLst>
          </p:cNvPr>
          <p:cNvSpPr/>
          <p:nvPr/>
        </p:nvSpPr>
        <p:spPr>
          <a:xfrm>
            <a:off x="6263640" y="950976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  🔮</a:t>
            </a:r>
            <a:endParaRPr lang="en-US" sz="160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D411D7AB-E55D-E661-39DD-8A351B55D059}"/>
              </a:ext>
            </a:extLst>
          </p:cNvPr>
          <p:cNvSpPr/>
          <p:nvPr/>
        </p:nvSpPr>
        <p:spPr>
          <a:xfrm>
            <a:off x="6263640" y="1600200"/>
            <a:ext cx="2487168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</a:t>
            </a:r>
            <a:r>
              <a:rPr lang="en-US" sz="110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predictivo</a:t>
            </a: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10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probabilidad</a:t>
            </a: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10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10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Recomendaciones</a:t>
            </a: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</a:t>
            </a: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real</a:t>
            </a:r>
            <a:endParaRPr lang="en-US" sz="110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de App Web con </a:t>
            </a:r>
            <a:r>
              <a:rPr lang="en-US" sz="110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</a:t>
            </a: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las </a:t>
            </a:r>
            <a:r>
              <a:rPr lang="en-US" sz="110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funcionalidades</a:t>
            </a: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integradas</a:t>
            </a:r>
            <a:endParaRPr lang="en-US" sz="110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Transversalización a las 4 </a:t>
            </a:r>
            <a:r>
              <a:rPr lang="en-US" sz="110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marcas</a:t>
            </a: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26902348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371600"/>
            <a:ext cx="5943600" cy="594360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6400800" y="1828800"/>
            <a:ext cx="5029200" cy="5029200"/>
          </a:xfrm>
          <a:prstGeom prst="ellipse">
            <a:avLst/>
          </a:prstGeom>
          <a:solidFill>
            <a:srgbClr val="7C3AED">
              <a:alpha val="10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1828800" y="2331720"/>
            <a:ext cx="54864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2560320" y="139446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¡GRACIAS!</a:t>
            </a:r>
            <a:endParaRPr lang="en-US" sz="4800"/>
          </a:p>
        </p:txBody>
      </p:sp>
      <p:sp>
        <p:nvSpPr>
          <p:cNvPr id="9" name="Text 7"/>
          <p:cNvSpPr/>
          <p:nvPr/>
        </p:nvSpPr>
        <p:spPr>
          <a:xfrm>
            <a:off x="457200" y="47091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 Team · Grupo Planeta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1AE5B0-57BD-2EB3-70EF-CA9C0156CF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>
            <a:extLst>
              <a:ext uri="{FF2B5EF4-FFF2-40B4-BE49-F238E27FC236}">
                <a16:creationId xmlns:a16="http://schemas.microsoft.com/office/drawing/2014/main" id="{CF860121-77E6-8848-A6E5-F26C15B3F558}"/>
              </a:ext>
            </a:extLst>
          </p:cNvPr>
          <p:cNvSpPr/>
          <p:nvPr/>
        </p:nvSpPr>
        <p:spPr>
          <a:xfrm>
            <a:off x="457200" y="7772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kern="0" spc="1400">
                <a:latin typeface="Calibri" pitchFamily="34" charset="0"/>
                <a:ea typeface="Calibri" pitchFamily="34" charset="-122"/>
                <a:cs typeface="Calibri" pitchFamily="34" charset="-120"/>
              </a:rPr>
              <a:t>VERSION HIBRIDA</a:t>
            </a:r>
            <a:endParaRPr lang="en-US" sz="6000"/>
          </a:p>
        </p:txBody>
      </p:sp>
    </p:spTree>
    <p:extLst>
      <p:ext uri="{BB962C8B-B14F-4D97-AF65-F5344CB8AC3E}">
        <p14:creationId xmlns:p14="http://schemas.microsoft.com/office/powerpoint/2010/main" val="31673146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CA220C-5E1E-F5F0-A48A-24CB740876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A64A32E-2710-1784-F935-D1DFE10722F3}"/>
              </a:ext>
            </a:extLst>
          </p:cNvPr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B4E5FDA-E8BE-A7AE-3237-3909152C0150}"/>
              </a:ext>
            </a:extLst>
          </p:cNvPr>
          <p:cNvSpPr/>
          <p:nvPr/>
        </p:nvSpPr>
        <p:spPr>
          <a:xfrm>
            <a:off x="5943600" y="-731520"/>
            <a:ext cx="4572000" cy="457200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E76BE9A-BDB3-D279-7D40-52117FEAE2AE}"/>
              </a:ext>
            </a:extLst>
          </p:cNvPr>
          <p:cNvSpPr/>
          <p:nvPr/>
        </p:nvSpPr>
        <p:spPr>
          <a:xfrm>
            <a:off x="6858000" y="182880"/>
            <a:ext cx="2926080" cy="2926080"/>
          </a:xfrm>
          <a:prstGeom prst="ellipse">
            <a:avLst/>
          </a:prstGeom>
          <a:solidFill>
            <a:srgbClr val="028090">
              <a:alpha val="25000"/>
            </a:srgbClr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174702D-85AF-779A-CE2C-8707AA753499}"/>
              </a:ext>
            </a:extLst>
          </p:cNvPr>
          <p:cNvSpPr/>
          <p:nvPr/>
        </p:nvSpPr>
        <p:spPr>
          <a:xfrm>
            <a:off x="457200" y="7772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kern="0" spc="14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CENTAURO</a:t>
            </a:r>
            <a:endParaRPr lang="en-US" sz="600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5872F2DF-9A16-1D4E-9E46-C6860765B910}"/>
              </a:ext>
            </a:extLst>
          </p:cNvPr>
          <p:cNvSpPr/>
          <p:nvPr/>
        </p:nvSpPr>
        <p:spPr>
          <a:xfrm>
            <a:off x="457200" y="2148840"/>
            <a:ext cx="4572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15C23182-4793-7E3C-BB2A-119BDF8676F9}"/>
              </a:ext>
            </a:extLst>
          </p:cNvPr>
          <p:cNvSpPr/>
          <p:nvPr/>
        </p:nvSpPr>
        <p:spPr>
          <a:xfrm>
            <a:off x="457200" y="233172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Inteligencia Artificial para la Evaluación</a:t>
            </a:r>
            <a:endParaRPr lang="en-US" sz="2300"/>
          </a:p>
          <a:p>
            <a:pPr marL="0" indent="0">
              <a:buNone/>
            </a:pPr>
            <a:r>
              <a:rPr lang="en-US" sz="230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Llamadas Comerciales</a:t>
            </a:r>
            <a:endParaRPr lang="en-US" sz="23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592E0222-D46C-076E-F737-15BE0BD3DF7A}"/>
              </a:ext>
            </a:extLst>
          </p:cNvPr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Planeta · Departamento BI· 2026</a:t>
            </a:r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7859864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3E2458-546C-540C-6D3A-FA045FEE33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3DD3AE4-E174-1439-C215-7565C731CC67}"/>
              </a:ext>
            </a:extLst>
          </p:cNvPr>
          <p:cNvSpPr/>
          <p:nvPr/>
        </p:nvSpPr>
        <p:spPr>
          <a:xfrm>
            <a:off x="0" y="0"/>
            <a:ext cx="3566160" cy="51435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55D6546-A479-4E62-C230-7182663A661B}"/>
              </a:ext>
            </a:extLst>
          </p:cNvPr>
          <p:cNvSpPr/>
          <p:nvPr/>
        </p:nvSpPr>
        <p:spPr>
          <a:xfrm>
            <a:off x="274320" y="32004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RETO</a:t>
            </a:r>
            <a:endParaRPr lang="en-US" sz="11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8FDE8DB-3B97-2E5D-6F3A-5F04EA46F53D}"/>
              </a:ext>
            </a:extLst>
          </p:cNvPr>
          <p:cNvSpPr/>
          <p:nvPr/>
        </p:nvSpPr>
        <p:spPr>
          <a:xfrm>
            <a:off x="274320" y="749808"/>
            <a:ext cx="2926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evaluación</a:t>
            </a:r>
            <a:endParaRPr lang="en-US" sz="2700"/>
          </a:p>
          <a:p>
            <a:pPr marL="0" indent="0">
              <a:buNone/>
            </a:pPr>
            <a:r>
              <a:rPr lang="en-US" sz="27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no </a:t>
            </a:r>
            <a:r>
              <a:rPr lang="en-US" sz="2700" b="1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alcanza</a:t>
            </a:r>
            <a:endParaRPr lang="en-US" sz="27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B2816029-DFF5-2D1B-D7C5-5C511B4629F7}"/>
              </a:ext>
            </a:extLst>
          </p:cNvPr>
          <p:cNvSpPr/>
          <p:nvPr/>
        </p:nvSpPr>
        <p:spPr>
          <a:xfrm>
            <a:off x="274320" y="2651760"/>
            <a:ext cx="45720" cy="2011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ED66D70-67C1-22AA-B07A-3D0E7FFC6B70}"/>
              </a:ext>
            </a:extLst>
          </p:cNvPr>
          <p:cNvSpPr/>
          <p:nvPr/>
        </p:nvSpPr>
        <p:spPr>
          <a:xfrm>
            <a:off x="411480" y="2651760"/>
            <a:ext cx="3017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30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equipo de 70 asesores genera</a:t>
            </a:r>
            <a:endParaRPr lang="en-US" sz="1300"/>
          </a:p>
          <a:p>
            <a:pPr marL="0" indent="0" algn="just">
              <a:buNone/>
            </a:pPr>
            <a:r>
              <a:rPr lang="en-US" sz="130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cientos de llamadas al mes.</a:t>
            </a:r>
            <a:endParaRPr lang="en-US" sz="1300"/>
          </a:p>
          <a:p>
            <a:pPr marL="0" indent="0" algn="just">
              <a:buNone/>
            </a:pPr>
            <a:r>
              <a:rPr lang="en-US" sz="130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</a:t>
            </a:r>
            <a:r>
              <a:rPr lang="en-US" sz="130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</a:t>
            </a:r>
            <a:r>
              <a:rPr lang="en-US" sz="130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manual es lenta, e inviable.  Este Proyecto </a:t>
            </a:r>
            <a:r>
              <a:rPr lang="en-US" sz="130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nace</a:t>
            </a:r>
            <a:r>
              <a:rPr lang="en-US" sz="130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la </a:t>
            </a:r>
            <a:r>
              <a:rPr lang="en-US" sz="130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</a:t>
            </a:r>
            <a:r>
              <a:rPr lang="en-US" sz="130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30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generar</a:t>
            </a:r>
            <a:r>
              <a:rPr lang="en-US" sz="130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</a:t>
            </a:r>
            <a:r>
              <a:rPr lang="en-US" sz="130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30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 </a:t>
            </a:r>
            <a:r>
              <a:rPr lang="en-US" sz="130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facturación</a:t>
            </a:r>
            <a:r>
              <a:rPr lang="en-US" sz="130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30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</a:t>
            </a:r>
            <a:r>
              <a:rPr lang="en-US" sz="130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donde</a:t>
            </a:r>
            <a:r>
              <a:rPr lang="en-US" sz="130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podemos</a:t>
            </a:r>
            <a:r>
              <a:rPr lang="en-US" sz="130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accionar</a:t>
            </a:r>
            <a:r>
              <a:rPr lang="en-US" sz="130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n-US" sz="130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mejorar</a:t>
            </a:r>
            <a:r>
              <a:rPr lang="en-US" sz="130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30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Sales. </a:t>
            </a:r>
            <a:endParaRPr lang="en-US" sz="1300">
              <a:solidFill>
                <a:srgbClr val="CBD5E1"/>
              </a:solidFill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FC95AF2C-5CA2-E7CC-B945-1F1059647D65}"/>
              </a:ext>
            </a:extLst>
          </p:cNvPr>
          <p:cNvSpPr/>
          <p:nvPr/>
        </p:nvSpPr>
        <p:spPr>
          <a:xfrm>
            <a:off x="3840480" y="457200"/>
            <a:ext cx="502920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0E01FF1C-8135-AADC-38CE-6B0548F3D78D}"/>
              </a:ext>
            </a:extLst>
          </p:cNvPr>
          <p:cNvSpPr/>
          <p:nvPr/>
        </p:nvSpPr>
        <p:spPr>
          <a:xfrm>
            <a:off x="3840480" y="457200"/>
            <a:ext cx="54864" cy="1325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17F31703-274E-8CBA-D6A4-7B6488D4410B}"/>
              </a:ext>
            </a:extLst>
          </p:cNvPr>
          <p:cNvSpPr/>
          <p:nvPr/>
        </p:nvSpPr>
        <p:spPr>
          <a:xfrm>
            <a:off x="4023360" y="5943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>
                <a:solidFill>
                  <a:srgbClr val="000000"/>
                </a:solidFill>
              </a:rPr>
              <a:t>⏱</a:t>
            </a:r>
            <a:endParaRPr lang="en-US" sz="300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E0B4AA2E-2A16-6112-AFA0-81197EB3A29E}"/>
              </a:ext>
            </a:extLst>
          </p:cNvPr>
          <p:cNvSpPr/>
          <p:nvPr/>
        </p:nvSpPr>
        <p:spPr>
          <a:xfrm>
            <a:off x="4709160" y="56692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de revisión</a:t>
            </a:r>
            <a:endParaRPr lang="en-US" sz="150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2A6CBAB4-82D3-5D5A-F70C-CCD8BFC6024E}"/>
              </a:ext>
            </a:extLst>
          </p:cNvPr>
          <p:cNvSpPr/>
          <p:nvPr/>
        </p:nvSpPr>
        <p:spPr>
          <a:xfrm>
            <a:off x="4709160" y="960120"/>
            <a:ext cx="4023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Escuchar y evaluar una llamada de 40 min completa tarda </a:t>
            </a:r>
            <a:r>
              <a:rPr lang="en-US" sz="120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otros</a:t>
            </a:r>
            <a:r>
              <a:rPr lang="en-US" sz="12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60 min. Con 70 asesores, revisar </a:t>
            </a:r>
            <a:r>
              <a:rPr lang="en-US" sz="120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</a:t>
            </a:r>
            <a:r>
              <a:rPr lang="en-US" sz="12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100% del total es inviable.</a:t>
            </a:r>
            <a:endParaRPr lang="en-US" sz="120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C5C15DED-9D45-F160-E2BD-1044E02AD389}"/>
              </a:ext>
            </a:extLst>
          </p:cNvPr>
          <p:cNvSpPr/>
          <p:nvPr/>
        </p:nvSpPr>
        <p:spPr>
          <a:xfrm>
            <a:off x="3840480" y="1965960"/>
            <a:ext cx="502920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7556A379-A334-1E1B-FBFA-BABC91D0DD46}"/>
              </a:ext>
            </a:extLst>
          </p:cNvPr>
          <p:cNvSpPr/>
          <p:nvPr/>
        </p:nvSpPr>
        <p:spPr>
          <a:xfrm>
            <a:off x="3840480" y="1965960"/>
            <a:ext cx="54864" cy="1325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C7715E75-A889-27EE-B58F-C545671FA32A}"/>
              </a:ext>
            </a:extLst>
          </p:cNvPr>
          <p:cNvSpPr/>
          <p:nvPr/>
        </p:nvSpPr>
        <p:spPr>
          <a:xfrm>
            <a:off x="4023360" y="21031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>
                <a:solidFill>
                  <a:srgbClr val="000000"/>
                </a:solidFill>
              </a:rPr>
              <a:t>📊</a:t>
            </a:r>
            <a:endParaRPr lang="en-US" sz="300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510405FE-706C-CFDE-413F-059604279128}"/>
              </a:ext>
            </a:extLst>
          </p:cNvPr>
          <p:cNvSpPr/>
          <p:nvPr/>
        </p:nvSpPr>
        <p:spPr>
          <a:xfrm>
            <a:off x="4709160" y="207568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Subjetividad</a:t>
            </a:r>
            <a:r>
              <a:rPr lang="en-US" sz="15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 </a:t>
            </a:r>
            <a:r>
              <a:rPr lang="en-US" sz="1500" b="1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</a:t>
            </a:r>
            <a:endParaRPr lang="en-US" sz="150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2D5EF56A-1883-211D-597D-69D17939CAE0}"/>
              </a:ext>
            </a:extLst>
          </p:cNvPr>
          <p:cNvSpPr/>
          <p:nvPr/>
        </p:nvSpPr>
        <p:spPr>
          <a:xfrm>
            <a:off x="4709160" y="2468880"/>
            <a:ext cx="4023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JE evalúa con su propio criterio. Los asesores no reciben feedback homogéneo ni comparable.</a:t>
            </a:r>
            <a:endParaRPr lang="en-US" sz="120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0A4F774B-2F3A-D688-65E7-92EF9803080C}"/>
              </a:ext>
            </a:extLst>
          </p:cNvPr>
          <p:cNvSpPr/>
          <p:nvPr/>
        </p:nvSpPr>
        <p:spPr>
          <a:xfrm>
            <a:off x="3840480" y="3474720"/>
            <a:ext cx="502920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1CBD959B-A867-034D-7AAD-37BA9E028615}"/>
              </a:ext>
            </a:extLst>
          </p:cNvPr>
          <p:cNvSpPr/>
          <p:nvPr/>
        </p:nvSpPr>
        <p:spPr>
          <a:xfrm>
            <a:off x="3840480" y="3474720"/>
            <a:ext cx="54864" cy="1325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3DD8572F-55E4-1F49-2772-6D87DD90F61A}"/>
              </a:ext>
            </a:extLst>
          </p:cNvPr>
          <p:cNvSpPr/>
          <p:nvPr/>
        </p:nvSpPr>
        <p:spPr>
          <a:xfrm>
            <a:off x="4023360" y="36118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>
                <a:solidFill>
                  <a:srgbClr val="000000"/>
                </a:solidFill>
              </a:rPr>
              <a:t>🎯</a:t>
            </a:r>
            <a:endParaRPr lang="en-US" sz="300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05BF6F19-67D7-4C26-D451-94FFAA72BB64}"/>
              </a:ext>
            </a:extLst>
          </p:cNvPr>
          <p:cNvSpPr/>
          <p:nvPr/>
        </p:nvSpPr>
        <p:spPr>
          <a:xfrm>
            <a:off x="4709160" y="358444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Pérdida</a:t>
            </a:r>
            <a:r>
              <a:rPr lang="en-US" sz="15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500" b="1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</a:t>
            </a:r>
            <a:endParaRPr lang="en-US" sz="150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CE9A8EE0-0B78-7B4D-1EAB-A1572A86C076}"/>
              </a:ext>
            </a:extLst>
          </p:cNvPr>
          <p:cNvSpPr/>
          <p:nvPr/>
        </p:nvSpPr>
        <p:spPr>
          <a:xfrm>
            <a:off x="4709160" y="3977640"/>
            <a:ext cx="4023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datos sistemáticos, </a:t>
            </a:r>
            <a:r>
              <a:rPr lang="en-US" sz="120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</a:t>
            </a:r>
            <a:r>
              <a:rPr lang="en-US" sz="12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</a:t>
            </a:r>
            <a:r>
              <a:rPr lang="en-US" sz="12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tradicional</a:t>
            </a:r>
            <a:r>
              <a:rPr lang="en-US" sz="12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</a:t>
            </a:r>
            <a:r>
              <a:rPr lang="en-US" sz="12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fallar</a:t>
            </a:r>
            <a:r>
              <a:rPr lang="en-US" sz="12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2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detectar</a:t>
            </a:r>
            <a:r>
              <a:rPr lang="en-US" sz="12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</a:t>
            </a:r>
            <a:r>
              <a:rPr lang="en-US" sz="12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puntos de mejora reales de </a:t>
            </a:r>
            <a:r>
              <a:rPr lang="en-US" sz="120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</a:t>
            </a:r>
            <a:r>
              <a:rPr lang="en-US" sz="12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asesor</a:t>
            </a:r>
            <a:r>
              <a:rPr lang="en-US" sz="12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2360185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EE7E76-624A-3620-F33D-445FC99C7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9EF2E1A-358D-424A-1B84-35062A2FDE66}"/>
              </a:ext>
            </a:extLst>
          </p:cNvPr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s-ES" noProof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B84ADAA-F5AA-5EDA-6ADE-EE5B7FFE2F74}"/>
              </a:ext>
            </a:extLst>
          </p:cNvPr>
          <p:cNvSpPr/>
          <p:nvPr/>
        </p:nvSpPr>
        <p:spPr>
          <a:xfrm>
            <a:off x="457200" y="91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100" b="1" kern="0" spc="400" noProof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</a:t>
            </a:r>
            <a:endParaRPr lang="es-ES" sz="1100" noProof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03D8421-1A16-168A-0415-FEC4BD7BE71E}"/>
              </a:ext>
            </a:extLst>
          </p:cNvPr>
          <p:cNvSpPr/>
          <p:nvPr/>
        </p:nvSpPr>
        <p:spPr>
          <a:xfrm>
            <a:off x="457200" y="38404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3400" b="1" kern="0" spc="600" noProof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CENTAURO</a:t>
            </a:r>
            <a:endParaRPr lang="es-ES" sz="3400" noProof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7AD097BF-B39D-126F-EAC3-AD768998EB15}"/>
              </a:ext>
            </a:extLst>
          </p:cNvPr>
          <p:cNvSpPr/>
          <p:nvPr/>
        </p:nvSpPr>
        <p:spPr>
          <a:xfrm>
            <a:off x="457200" y="1261872"/>
            <a:ext cx="8229600" cy="713232"/>
          </a:xfrm>
          <a:prstGeom prst="rect">
            <a:avLst/>
          </a:prstGeom>
          <a:solidFill>
            <a:srgbClr val="EFF8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s-ES" noProof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1576BB3-1369-C048-4AA1-325A64185F90}"/>
              </a:ext>
            </a:extLst>
          </p:cNvPr>
          <p:cNvSpPr/>
          <p:nvPr/>
        </p:nvSpPr>
        <p:spPr>
          <a:xfrm>
            <a:off x="640080" y="1316736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400" i="1" noProof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sistema </a:t>
            </a:r>
            <a:r>
              <a:rPr lang="es-ES" sz="1400" i="1" noProof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multi-agente</a:t>
            </a:r>
            <a:r>
              <a:rPr lang="es-ES" sz="1400" i="1" noProof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IA que evalúa automáticamente cada llamada comercial, identifica áreas de mejora y genera recomendaciones accionables para cada asesor — todo en menos de 10 minutos.</a:t>
            </a:r>
            <a:r>
              <a:rPr lang="es-ES" sz="1400" i="1" noProof="0">
                <a:solidFill>
                  <a:srgbClr val="1E293B"/>
                </a:solidFill>
                <a:highlight>
                  <a:srgbClr val="FF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s-ES" sz="1400" noProof="0">
              <a:highlight>
                <a:srgbClr val="FFFF00"/>
              </a:highlight>
            </a:endParaRP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A09463FD-C4C5-71AE-6F94-80BA4C75E731}"/>
              </a:ext>
            </a:extLst>
          </p:cNvPr>
          <p:cNvSpPr/>
          <p:nvPr/>
        </p:nvSpPr>
        <p:spPr>
          <a:xfrm>
            <a:off x="3291840" y="3208253"/>
            <a:ext cx="2468880" cy="1730160"/>
          </a:xfrm>
          <a:prstGeom prst="rect">
            <a:avLst/>
          </a:prstGeom>
          <a:solidFill>
            <a:srgbClr val="F0F6FA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 noProof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A50E3152-AAA6-D7AE-CA3F-412F96E65B17}"/>
              </a:ext>
            </a:extLst>
          </p:cNvPr>
          <p:cNvSpPr/>
          <p:nvPr/>
        </p:nvSpPr>
        <p:spPr>
          <a:xfrm>
            <a:off x="3291839" y="3155333"/>
            <a:ext cx="2472483" cy="7229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 noProof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7CAABDC7-EAD2-4795-2359-92B25E2704D8}"/>
              </a:ext>
            </a:extLst>
          </p:cNvPr>
          <p:cNvSpPr/>
          <p:nvPr/>
        </p:nvSpPr>
        <p:spPr>
          <a:xfrm>
            <a:off x="3304902" y="3227623"/>
            <a:ext cx="2371585" cy="739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sz="4400" b="1" noProof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s-ES" sz="4400" noProof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FB676377-5FEE-0EDC-C677-A3655F152170}"/>
              </a:ext>
            </a:extLst>
          </p:cNvPr>
          <p:cNvSpPr/>
          <p:nvPr/>
        </p:nvSpPr>
        <p:spPr>
          <a:xfrm>
            <a:off x="3304902" y="3949555"/>
            <a:ext cx="2371585" cy="309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sz="1200" b="1" noProof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BLOQUES</a:t>
            </a:r>
            <a:endParaRPr lang="es-ES" sz="1200" noProof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05D865F9-B8BA-6F59-42C4-C0A07F051A54}"/>
              </a:ext>
            </a:extLst>
          </p:cNvPr>
          <p:cNvSpPr/>
          <p:nvPr/>
        </p:nvSpPr>
        <p:spPr>
          <a:xfrm>
            <a:off x="3304902" y="4379323"/>
            <a:ext cx="2371585" cy="387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sz="1050" noProof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especializada por bloque de venta</a:t>
            </a:r>
            <a:endParaRPr lang="es-ES" sz="1050" noProof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6249782E-3F67-65A9-8AF2-003C0DE4AB71}"/>
              </a:ext>
            </a:extLst>
          </p:cNvPr>
          <p:cNvSpPr/>
          <p:nvPr/>
        </p:nvSpPr>
        <p:spPr>
          <a:xfrm>
            <a:off x="6139542" y="3208253"/>
            <a:ext cx="2455818" cy="1730160"/>
          </a:xfrm>
          <a:prstGeom prst="rect">
            <a:avLst/>
          </a:prstGeom>
          <a:solidFill>
            <a:srgbClr val="F0F6FA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 sz="1400" noProof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0AE842E3-77DA-7E8A-63EB-0B9E7AE1674B}"/>
              </a:ext>
            </a:extLst>
          </p:cNvPr>
          <p:cNvSpPr/>
          <p:nvPr/>
        </p:nvSpPr>
        <p:spPr>
          <a:xfrm>
            <a:off x="6143144" y="3178306"/>
            <a:ext cx="2452216" cy="49317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 noProof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A5FC9F96-5E40-EF27-633D-C249F880E447}"/>
              </a:ext>
            </a:extLst>
          </p:cNvPr>
          <p:cNvSpPr/>
          <p:nvPr/>
        </p:nvSpPr>
        <p:spPr>
          <a:xfrm>
            <a:off x="6143144" y="3214116"/>
            <a:ext cx="2371585" cy="739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sz="4400" b="1" noProof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s-ES" sz="4400" noProof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7B3E7E40-5F60-227C-4676-F0D608129BB1}"/>
              </a:ext>
            </a:extLst>
          </p:cNvPr>
          <p:cNvSpPr/>
          <p:nvPr/>
        </p:nvSpPr>
        <p:spPr>
          <a:xfrm>
            <a:off x="6139542" y="3949555"/>
            <a:ext cx="2371585" cy="309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sz="1200" b="1" noProof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CONSISTENTE</a:t>
            </a:r>
            <a:endParaRPr lang="es-ES" sz="1200" noProof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F95077D6-A139-BE3B-6E3D-CD20E8FE6A97}"/>
              </a:ext>
            </a:extLst>
          </p:cNvPr>
          <p:cNvSpPr/>
          <p:nvPr/>
        </p:nvSpPr>
        <p:spPr>
          <a:xfrm>
            <a:off x="6181658" y="4397572"/>
            <a:ext cx="2371585" cy="387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sz="1050" noProof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Mismos criterios, misma vara de evaluación para </a:t>
            </a:r>
            <a:r>
              <a:rPr lang="es-ES" sz="1000" noProof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</a:t>
            </a:r>
            <a:endParaRPr lang="es-ES" sz="1050" noProof="0"/>
          </a:p>
        </p:txBody>
      </p:sp>
      <p:sp>
        <p:nvSpPr>
          <p:cNvPr id="22" name="Shape 10">
            <a:extLst>
              <a:ext uri="{FF2B5EF4-FFF2-40B4-BE49-F238E27FC236}">
                <a16:creationId xmlns:a16="http://schemas.microsoft.com/office/drawing/2014/main" id="{BCE004BD-35DF-24DE-15E1-9460301E5BBA}"/>
              </a:ext>
            </a:extLst>
          </p:cNvPr>
          <p:cNvSpPr/>
          <p:nvPr/>
        </p:nvSpPr>
        <p:spPr>
          <a:xfrm>
            <a:off x="457200" y="3208253"/>
            <a:ext cx="2468880" cy="1730159"/>
          </a:xfrm>
          <a:prstGeom prst="rect">
            <a:avLst/>
          </a:prstGeom>
          <a:solidFill>
            <a:srgbClr val="F0F6FA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 sz="1400" noProof="0"/>
          </a:p>
        </p:txBody>
      </p:sp>
      <p:sp>
        <p:nvSpPr>
          <p:cNvPr id="23" name="Shape 11">
            <a:extLst>
              <a:ext uri="{FF2B5EF4-FFF2-40B4-BE49-F238E27FC236}">
                <a16:creationId xmlns:a16="http://schemas.microsoft.com/office/drawing/2014/main" id="{4A957028-6DF8-F91F-182B-8991880CAAEE}"/>
              </a:ext>
            </a:extLst>
          </p:cNvPr>
          <p:cNvSpPr/>
          <p:nvPr/>
        </p:nvSpPr>
        <p:spPr>
          <a:xfrm>
            <a:off x="457200" y="3168397"/>
            <a:ext cx="2468880" cy="45719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 noProof="0"/>
          </a:p>
        </p:txBody>
      </p:sp>
      <p:sp>
        <p:nvSpPr>
          <p:cNvPr id="24" name="Text 12">
            <a:extLst>
              <a:ext uri="{FF2B5EF4-FFF2-40B4-BE49-F238E27FC236}">
                <a16:creationId xmlns:a16="http://schemas.microsoft.com/office/drawing/2014/main" id="{EDEAA1C8-34D2-C94F-DB5D-36DCA0445D16}"/>
              </a:ext>
            </a:extLst>
          </p:cNvPr>
          <p:cNvSpPr/>
          <p:nvPr/>
        </p:nvSpPr>
        <p:spPr>
          <a:xfrm>
            <a:off x="470261" y="3168397"/>
            <a:ext cx="2371585" cy="739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sz="4400" b="1" noProof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s-ES" sz="4400" noProof="0">
              <a:solidFill>
                <a:srgbClr val="0D9488"/>
              </a:solidFill>
            </a:endParaRPr>
          </a:p>
        </p:txBody>
      </p:sp>
      <p:sp>
        <p:nvSpPr>
          <p:cNvPr id="25" name="Text 13">
            <a:extLst>
              <a:ext uri="{FF2B5EF4-FFF2-40B4-BE49-F238E27FC236}">
                <a16:creationId xmlns:a16="http://schemas.microsoft.com/office/drawing/2014/main" id="{3C9F750A-5781-5ACE-A93A-8377A4131DE4}"/>
              </a:ext>
            </a:extLst>
          </p:cNvPr>
          <p:cNvSpPr/>
          <p:nvPr/>
        </p:nvSpPr>
        <p:spPr>
          <a:xfrm>
            <a:off x="470262" y="3949555"/>
            <a:ext cx="2371585" cy="309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sz="1200" b="1" noProof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ENTREVISTAS</a:t>
            </a:r>
            <a:endParaRPr lang="es-ES" sz="1200" noProof="0"/>
          </a:p>
        </p:txBody>
      </p:sp>
      <p:sp>
        <p:nvSpPr>
          <p:cNvPr id="26" name="Text 14">
            <a:extLst>
              <a:ext uri="{FF2B5EF4-FFF2-40B4-BE49-F238E27FC236}">
                <a16:creationId xmlns:a16="http://schemas.microsoft.com/office/drawing/2014/main" id="{004341BF-EFCC-8AD5-D8EB-30AD5C946DBF}"/>
              </a:ext>
            </a:extLst>
          </p:cNvPr>
          <p:cNvSpPr/>
          <p:nvPr/>
        </p:nvSpPr>
        <p:spPr>
          <a:xfrm>
            <a:off x="470262" y="4379323"/>
            <a:ext cx="2371585" cy="387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sz="1050" noProof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Podemos abarcar la totalidad de la entrevistas realizadas</a:t>
            </a:r>
            <a:endParaRPr lang="es-ES" sz="1050" noProof="0"/>
          </a:p>
        </p:txBody>
      </p:sp>
      <p:sp>
        <p:nvSpPr>
          <p:cNvPr id="27" name="Shape 3">
            <a:extLst>
              <a:ext uri="{FF2B5EF4-FFF2-40B4-BE49-F238E27FC236}">
                <a16:creationId xmlns:a16="http://schemas.microsoft.com/office/drawing/2014/main" id="{F4B046F1-1BFD-E8E8-2855-40F4E112304E}"/>
              </a:ext>
            </a:extLst>
          </p:cNvPr>
          <p:cNvSpPr/>
          <p:nvPr/>
        </p:nvSpPr>
        <p:spPr>
          <a:xfrm>
            <a:off x="470262" y="2072089"/>
            <a:ext cx="8229600" cy="713232"/>
          </a:xfrm>
          <a:prstGeom prst="rect">
            <a:avLst/>
          </a:prstGeom>
          <a:solidFill>
            <a:srgbClr val="EFF8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s-ES" noProof="0"/>
          </a:p>
        </p:txBody>
      </p:sp>
      <p:sp>
        <p:nvSpPr>
          <p:cNvPr id="28" name="Text 4">
            <a:extLst>
              <a:ext uri="{FF2B5EF4-FFF2-40B4-BE49-F238E27FC236}">
                <a16:creationId xmlns:a16="http://schemas.microsoft.com/office/drawing/2014/main" id="{F76A73BF-5422-814F-C27A-B9C07DD82F75}"/>
              </a:ext>
            </a:extLst>
          </p:cNvPr>
          <p:cNvSpPr/>
          <p:nvPr/>
        </p:nvSpPr>
        <p:spPr>
          <a:xfrm>
            <a:off x="653142" y="2126953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ES" sz="1400" b="1" noProof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en la principal tarea del JE, el análisis y formación de los asesores en sus entrevistas (parte clave del proceso de admisión).</a:t>
            </a:r>
          </a:p>
        </p:txBody>
      </p:sp>
    </p:spTree>
    <p:extLst>
      <p:ext uri="{BB962C8B-B14F-4D97-AF65-F5344CB8AC3E}">
        <p14:creationId xmlns:p14="http://schemas.microsoft.com/office/powerpoint/2010/main" val="9186915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16E78E-4EA3-86F5-4CF6-8D34A2FAF5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E557042-4D66-EBDC-BEA5-1874B3ACB49A}"/>
              </a:ext>
            </a:extLst>
          </p:cNvPr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D0EE6CF-212B-B352-A87A-F892DB4DB477}"/>
              </a:ext>
            </a:extLst>
          </p:cNvPr>
          <p:cNvSpPr/>
          <p:nvPr/>
        </p:nvSpPr>
        <p:spPr>
          <a:xfrm>
            <a:off x="457200" y="1828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FUNCIONA?</a:t>
            </a:r>
            <a:endParaRPr lang="en-US" sz="240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CDC95BE5-4B9B-D190-AE34-E8C55FFE8665}"/>
              </a:ext>
            </a:extLst>
          </p:cNvPr>
          <p:cNvSpPr/>
          <p:nvPr/>
        </p:nvSpPr>
        <p:spPr>
          <a:xfrm>
            <a:off x="274320" y="1005840"/>
            <a:ext cx="196596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53EC9E5B-D491-92C0-931C-70B0DD56FD4C}"/>
              </a:ext>
            </a:extLst>
          </p:cNvPr>
          <p:cNvSpPr/>
          <p:nvPr/>
        </p:nvSpPr>
        <p:spPr>
          <a:xfrm>
            <a:off x="795528" y="1097280"/>
            <a:ext cx="914400" cy="914400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B7C4C41-DD50-E496-2920-8F10B20A6650}"/>
              </a:ext>
            </a:extLst>
          </p:cNvPr>
          <p:cNvSpPr/>
          <p:nvPr/>
        </p:nvSpPr>
        <p:spPr>
          <a:xfrm>
            <a:off x="795528" y="1152144"/>
            <a:ext cx="914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14BB6F2-9CB9-098C-236A-A2DA240CC568}"/>
              </a:ext>
            </a:extLst>
          </p:cNvPr>
          <p:cNvSpPr/>
          <p:nvPr/>
        </p:nvSpPr>
        <p:spPr>
          <a:xfrm>
            <a:off x="566928" y="2148840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>
                <a:solidFill>
                  <a:srgbClr val="000000"/>
                </a:solidFill>
              </a:rPr>
              <a:t>🎙</a:t>
            </a:r>
            <a:endParaRPr lang="en-US" sz="34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63AC0177-08A1-0413-0116-C56400C8CEE9}"/>
              </a:ext>
            </a:extLst>
          </p:cNvPr>
          <p:cNvSpPr/>
          <p:nvPr/>
        </p:nvSpPr>
        <p:spPr>
          <a:xfrm>
            <a:off x="365760" y="2880360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Subir audio</a:t>
            </a:r>
            <a:endParaRPr lang="en-US" sz="14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CB81FF6E-2848-91D9-5CBA-6E0DA5FFF452}"/>
              </a:ext>
            </a:extLst>
          </p:cNvPr>
          <p:cNvSpPr/>
          <p:nvPr/>
        </p:nvSpPr>
        <p:spPr>
          <a:xfrm>
            <a:off x="365760" y="3364992"/>
            <a:ext cx="1783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JE sube la grabación de la llamada (Teams o archivo de audio)</a:t>
            </a:r>
            <a:endParaRPr lang="en-US" sz="110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0AACA21B-2E20-17D3-FC99-31099F8F7783}"/>
              </a:ext>
            </a:extLst>
          </p:cNvPr>
          <p:cNvSpPr/>
          <p:nvPr/>
        </p:nvSpPr>
        <p:spPr>
          <a:xfrm>
            <a:off x="2240280" y="2304288"/>
            <a:ext cx="18288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FB201ED9-C3C0-E148-F61C-6274FACED57D}"/>
              </a:ext>
            </a:extLst>
          </p:cNvPr>
          <p:cNvSpPr/>
          <p:nvPr/>
        </p:nvSpPr>
        <p:spPr>
          <a:xfrm>
            <a:off x="2423160" y="1005840"/>
            <a:ext cx="196596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CA093D80-C650-49EE-00D2-4DDA994C4BFB}"/>
              </a:ext>
            </a:extLst>
          </p:cNvPr>
          <p:cNvSpPr/>
          <p:nvPr/>
        </p:nvSpPr>
        <p:spPr>
          <a:xfrm>
            <a:off x="2944368" y="1097280"/>
            <a:ext cx="914400" cy="914400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5407A67D-A80F-74D2-F41F-E2578A48BEA5}"/>
              </a:ext>
            </a:extLst>
          </p:cNvPr>
          <p:cNvSpPr/>
          <p:nvPr/>
        </p:nvSpPr>
        <p:spPr>
          <a:xfrm>
            <a:off x="2944368" y="1152144"/>
            <a:ext cx="914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9B1D2D84-3E84-B9F2-2D6C-5605A6E4CCD6}"/>
              </a:ext>
            </a:extLst>
          </p:cNvPr>
          <p:cNvSpPr/>
          <p:nvPr/>
        </p:nvSpPr>
        <p:spPr>
          <a:xfrm>
            <a:off x="2715768" y="2148840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>
                <a:solidFill>
                  <a:srgbClr val="000000"/>
                </a:solidFill>
              </a:rPr>
              <a:t>📝</a:t>
            </a:r>
            <a:endParaRPr lang="en-US" sz="340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9E1711DF-256F-335C-AACC-F3EDCE4F445F}"/>
              </a:ext>
            </a:extLst>
          </p:cNvPr>
          <p:cNvSpPr/>
          <p:nvPr/>
        </p:nvSpPr>
        <p:spPr>
          <a:xfrm>
            <a:off x="2514600" y="2880360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Transcripción IA</a:t>
            </a:r>
            <a:endParaRPr lang="en-US" sz="140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C93C7CC5-6A16-0216-ECF0-26A9D9A13CB3}"/>
              </a:ext>
            </a:extLst>
          </p:cNvPr>
          <p:cNvSpPr/>
          <p:nvPr/>
        </p:nvSpPr>
        <p:spPr>
          <a:xfrm>
            <a:off x="2514600" y="3364992"/>
            <a:ext cx="1783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AssemblyAI</a:t>
            </a:r>
            <a:r>
              <a:rPr lang="en-US" sz="11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Teams transcribe y diariza automáticamente la conversación</a:t>
            </a:r>
            <a:endParaRPr lang="en-US" sz="110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4BFABA1B-6085-26D4-0136-08A7E6CA425A}"/>
              </a:ext>
            </a:extLst>
          </p:cNvPr>
          <p:cNvSpPr/>
          <p:nvPr/>
        </p:nvSpPr>
        <p:spPr>
          <a:xfrm>
            <a:off x="4389120" y="2304288"/>
            <a:ext cx="18288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4747B404-E4B2-1DD2-7E70-BEB4FA119103}"/>
              </a:ext>
            </a:extLst>
          </p:cNvPr>
          <p:cNvSpPr/>
          <p:nvPr/>
        </p:nvSpPr>
        <p:spPr>
          <a:xfrm>
            <a:off x="4572000" y="1005840"/>
            <a:ext cx="196596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4C465C77-E8E3-03E7-0364-ED3FD8A001A4}"/>
              </a:ext>
            </a:extLst>
          </p:cNvPr>
          <p:cNvSpPr/>
          <p:nvPr/>
        </p:nvSpPr>
        <p:spPr>
          <a:xfrm>
            <a:off x="5093208" y="1097280"/>
            <a:ext cx="914400" cy="914400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D844DD50-90B6-8D48-E12A-DE47DF2FC244}"/>
              </a:ext>
            </a:extLst>
          </p:cNvPr>
          <p:cNvSpPr/>
          <p:nvPr/>
        </p:nvSpPr>
        <p:spPr>
          <a:xfrm>
            <a:off x="5093208" y="1152144"/>
            <a:ext cx="914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55595A97-AB30-A41C-52BF-30ECBD8E7511}"/>
              </a:ext>
            </a:extLst>
          </p:cNvPr>
          <p:cNvSpPr/>
          <p:nvPr/>
        </p:nvSpPr>
        <p:spPr>
          <a:xfrm>
            <a:off x="4864608" y="2148840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>
                <a:solidFill>
                  <a:srgbClr val="000000"/>
                </a:solidFill>
              </a:rPr>
              <a:t>🤖</a:t>
            </a:r>
            <a:endParaRPr lang="en-US" sz="340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714D2471-1033-8C16-E6A0-E8A510BE0D5F}"/>
              </a:ext>
            </a:extLst>
          </p:cNvPr>
          <p:cNvSpPr/>
          <p:nvPr/>
        </p:nvSpPr>
        <p:spPr>
          <a:xfrm>
            <a:off x="4663440" y="2880360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Agentes IA</a:t>
            </a:r>
            <a:endParaRPr lang="en-US" sz="140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A5CE7BEC-6D45-591A-E4C8-F41B4799133A}"/>
              </a:ext>
            </a:extLst>
          </p:cNvPr>
          <p:cNvSpPr/>
          <p:nvPr/>
        </p:nvSpPr>
        <p:spPr>
          <a:xfrm>
            <a:off x="4663440" y="3364992"/>
            <a:ext cx="1783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agente evalúa un bloque específico de la llamada en paralelo</a:t>
            </a:r>
            <a:endParaRPr lang="en-US" sz="110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3D6EF9C9-6926-5872-1EF7-8E6D4C0F46A0}"/>
              </a:ext>
            </a:extLst>
          </p:cNvPr>
          <p:cNvSpPr/>
          <p:nvPr/>
        </p:nvSpPr>
        <p:spPr>
          <a:xfrm>
            <a:off x="6537960" y="2304288"/>
            <a:ext cx="18288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0651227D-71EC-45BD-83E5-9D0C356B6CB6}"/>
              </a:ext>
            </a:extLst>
          </p:cNvPr>
          <p:cNvSpPr/>
          <p:nvPr/>
        </p:nvSpPr>
        <p:spPr>
          <a:xfrm>
            <a:off x="6720840" y="1005840"/>
            <a:ext cx="196596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4A6E7137-33B0-960D-D40E-CD0061E2FE04}"/>
              </a:ext>
            </a:extLst>
          </p:cNvPr>
          <p:cNvSpPr/>
          <p:nvPr/>
        </p:nvSpPr>
        <p:spPr>
          <a:xfrm>
            <a:off x="7242048" y="1097280"/>
            <a:ext cx="914400" cy="914400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B77DE843-1995-FC41-F5D4-7956325B7D0D}"/>
              </a:ext>
            </a:extLst>
          </p:cNvPr>
          <p:cNvSpPr/>
          <p:nvPr/>
        </p:nvSpPr>
        <p:spPr>
          <a:xfrm>
            <a:off x="7242048" y="1152144"/>
            <a:ext cx="914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9F40A14F-906D-6286-6051-F06A005EAE5E}"/>
              </a:ext>
            </a:extLst>
          </p:cNvPr>
          <p:cNvSpPr/>
          <p:nvPr/>
        </p:nvSpPr>
        <p:spPr>
          <a:xfrm>
            <a:off x="7013448" y="2148840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>
                <a:solidFill>
                  <a:srgbClr val="000000"/>
                </a:solidFill>
              </a:rPr>
              <a:t>📄</a:t>
            </a:r>
            <a:endParaRPr lang="en-US" sz="340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AAA8E86A-E9E9-3BFB-8B85-73A18469BFD3}"/>
              </a:ext>
            </a:extLst>
          </p:cNvPr>
          <p:cNvSpPr/>
          <p:nvPr/>
        </p:nvSpPr>
        <p:spPr>
          <a:xfrm>
            <a:off x="6812280" y="2880360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PDF</a:t>
            </a:r>
            <a:endParaRPr lang="en-US" sz="140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C22A949D-04CE-5E51-0365-88C772C09AA3}"/>
              </a:ext>
            </a:extLst>
          </p:cNvPr>
          <p:cNvSpPr/>
          <p:nvPr/>
        </p:nvSpPr>
        <p:spPr>
          <a:xfrm>
            <a:off x="6812280" y="3364992"/>
            <a:ext cx="1783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Calificación BUENO / MEJORABLE / MALO + recomendaciones accionables</a:t>
            </a:r>
            <a:endParaRPr lang="en-US" sz="1100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CBC7C84E-EC86-E11F-EEA1-208847AB6E58}"/>
              </a:ext>
            </a:extLst>
          </p:cNvPr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proceso completo tarda menos de 10 minutos para una llamada de 60 minutos</a:t>
            </a:r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10160253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CLAROS Y ACCIONABLES </a:t>
            </a:r>
            <a:r>
              <a:rPr lang="en-US" sz="2400" b="1">
                <a:highlight>
                  <a:srgbClr val="FF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2400" b="1" err="1">
                <a:highlight>
                  <a:srgbClr val="FF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hacerlo</a:t>
            </a:r>
            <a:r>
              <a:rPr lang="en-US" sz="2400" b="1">
                <a:highlight>
                  <a:srgbClr val="FF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 mas </a:t>
            </a:r>
            <a:r>
              <a:rPr lang="en-US" sz="2400" b="1" err="1">
                <a:highlight>
                  <a:srgbClr val="FF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parecido</a:t>
            </a:r>
            <a:r>
              <a:rPr lang="en-US" sz="2400" b="1">
                <a:highlight>
                  <a:srgbClr val="FF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 a version TECH)</a:t>
            </a:r>
            <a:endParaRPr lang="en-US" sz="2400">
              <a:highlight>
                <a:srgbClr val="FFFF00"/>
              </a:highlight>
            </a:endParaRPr>
          </a:p>
        </p:txBody>
      </p:sp>
      <p:sp>
        <p:nvSpPr>
          <p:cNvPr id="4" name="Shape 2"/>
          <p:cNvSpPr/>
          <p:nvPr/>
        </p:nvSpPr>
        <p:spPr>
          <a:xfrm>
            <a:off x="365760" y="987552"/>
            <a:ext cx="2606040" cy="1920240"/>
          </a:xfrm>
          <a:prstGeom prst="rect">
            <a:avLst/>
          </a:prstGeom>
          <a:solidFill>
            <a:srgbClr val="FEF2F2"/>
          </a:solidFill>
          <a:ln w="19050">
            <a:solidFill>
              <a:srgbClr val="EF4444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365760" y="987552"/>
            <a:ext cx="2606040" cy="5486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MALO</a:t>
            </a:r>
            <a:endParaRPr lang="en-US" sz="2000"/>
          </a:p>
        </p:txBody>
      </p:sp>
      <p:sp>
        <p:nvSpPr>
          <p:cNvPr id="7" name="Text 5"/>
          <p:cNvSpPr/>
          <p:nvPr/>
        </p:nvSpPr>
        <p:spPr>
          <a:xfrm>
            <a:off x="502920" y="1627632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con fallos críticos.</a:t>
            </a:r>
            <a:endParaRPr lang="en-US" sz="1300"/>
          </a:p>
          <a:p>
            <a:pPr marL="0" indent="0" algn="ctr">
              <a:buNone/>
            </a:pPr>
            <a:r>
              <a:rPr lang="en-US" sz="13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Necesita atención inmediata.</a:t>
            </a:r>
            <a:endParaRPr lang="en-US" sz="1300"/>
          </a:p>
        </p:txBody>
      </p:sp>
      <p:sp>
        <p:nvSpPr>
          <p:cNvPr id="8" name="Shape 6"/>
          <p:cNvSpPr/>
          <p:nvPr/>
        </p:nvSpPr>
        <p:spPr>
          <a:xfrm>
            <a:off x="3200400" y="987552"/>
            <a:ext cx="2606040" cy="1920240"/>
          </a:xfrm>
          <a:prstGeom prst="rect">
            <a:avLst/>
          </a:prstGeom>
          <a:solidFill>
            <a:srgbClr val="FFFBEB"/>
          </a:solidFill>
          <a:ln w="19050">
            <a:solidFill>
              <a:srgbClr val="F59E0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3200400" y="987552"/>
            <a:ext cx="2606040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3291840" y="100584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MEJORABLE</a:t>
            </a:r>
            <a:endParaRPr lang="en-US" sz="2000"/>
          </a:p>
        </p:txBody>
      </p:sp>
      <p:sp>
        <p:nvSpPr>
          <p:cNvPr id="11" name="Text 9"/>
          <p:cNvSpPr/>
          <p:nvPr/>
        </p:nvSpPr>
        <p:spPr>
          <a:xfrm>
            <a:off x="3337560" y="1627632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Correcto pero con áreas</a:t>
            </a:r>
            <a:endParaRPr lang="en-US" sz="1300"/>
          </a:p>
          <a:p>
            <a:pPr marL="0" indent="0" algn="ctr">
              <a:buNone/>
            </a:pPr>
            <a:r>
              <a:rPr lang="en-US" sz="13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claras de desarrollo.</a:t>
            </a:r>
            <a:endParaRPr lang="en-US" sz="1300"/>
          </a:p>
        </p:txBody>
      </p:sp>
      <p:sp>
        <p:nvSpPr>
          <p:cNvPr id="12" name="Shape 10"/>
          <p:cNvSpPr/>
          <p:nvPr/>
        </p:nvSpPr>
        <p:spPr>
          <a:xfrm>
            <a:off x="6035040" y="987552"/>
            <a:ext cx="2606040" cy="1920240"/>
          </a:xfrm>
          <a:prstGeom prst="rect">
            <a:avLst/>
          </a:prstGeom>
          <a:solidFill>
            <a:srgbClr val="F0FDF4"/>
          </a:solidFill>
          <a:ln w="19050">
            <a:solidFill>
              <a:srgbClr val="22C55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Shape 11"/>
          <p:cNvSpPr/>
          <p:nvPr/>
        </p:nvSpPr>
        <p:spPr>
          <a:xfrm>
            <a:off x="6035040" y="987552"/>
            <a:ext cx="2606040" cy="5486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6126480" y="100584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BUENO</a:t>
            </a:r>
            <a:endParaRPr lang="en-US" sz="2000"/>
          </a:p>
        </p:txBody>
      </p:sp>
      <p:sp>
        <p:nvSpPr>
          <p:cNvPr id="15" name="Text 13"/>
          <p:cNvSpPr/>
          <p:nvPr/>
        </p:nvSpPr>
        <p:spPr>
          <a:xfrm>
            <a:off x="6172200" y="1627632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ejecutado con</a:t>
            </a:r>
            <a:endParaRPr lang="en-US" sz="1300"/>
          </a:p>
          <a:p>
            <a:pPr marL="0" indent="0" algn="ctr">
              <a:buNone/>
            </a:pPr>
            <a:r>
              <a:rPr lang="en-US" sz="13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efectividad y profesionalismo.</a:t>
            </a:r>
            <a:endParaRPr lang="en-US" sz="1300"/>
          </a:p>
        </p:txBody>
      </p:sp>
      <p:sp>
        <p:nvSpPr>
          <p:cNvPr id="16" name="Text 14"/>
          <p:cNvSpPr/>
          <p:nvPr/>
        </p:nvSpPr>
        <p:spPr>
          <a:xfrm>
            <a:off x="457200" y="309067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incluye cada informe?</a:t>
            </a:r>
            <a:endParaRPr lang="en-US" sz="1600"/>
          </a:p>
        </p:txBody>
      </p:sp>
      <p:sp>
        <p:nvSpPr>
          <p:cNvPr id="17" name="Text 15"/>
          <p:cNvSpPr/>
          <p:nvPr/>
        </p:nvSpPr>
        <p:spPr>
          <a:xfrm>
            <a:off x="365760" y="356616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Calificación global + por bloque con nivel MALO / MEJORABLE / BUENO</a:t>
            </a:r>
            <a:endParaRPr lang="en-US" sz="1200"/>
          </a:p>
        </p:txBody>
      </p:sp>
      <p:sp>
        <p:nvSpPr>
          <p:cNvPr id="18" name="Text 16"/>
          <p:cNvSpPr/>
          <p:nvPr/>
        </p:nvSpPr>
        <p:spPr>
          <a:xfrm>
            <a:off x="4663440" y="356616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Evidencias textuales: fragmentos exactos de la llamada que justifican cada nota</a:t>
            </a:r>
            <a:endParaRPr lang="en-US" sz="1200"/>
          </a:p>
        </p:txBody>
      </p:sp>
      <p:sp>
        <p:nvSpPr>
          <p:cNvPr id="19" name="Text 17"/>
          <p:cNvSpPr/>
          <p:nvPr/>
        </p:nvSpPr>
        <p:spPr>
          <a:xfrm>
            <a:off x="365760" y="404164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Recomendaciones accionables y específicas para ese asesor y esa llamada</a:t>
            </a:r>
            <a:endParaRPr lang="en-US" sz="1200"/>
          </a:p>
        </p:txBody>
      </p:sp>
      <p:sp>
        <p:nvSpPr>
          <p:cNvPr id="20" name="Text 18"/>
          <p:cNvSpPr/>
          <p:nvPr/>
        </p:nvSpPr>
        <p:spPr>
          <a:xfrm>
            <a:off x="4663440" y="404164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Tendencia histórica: evolución del asesor a lo largo del tiempo en cada bloque</a:t>
            </a:r>
            <a:endParaRPr lang="en-US" sz="12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CCA703-4CA3-2707-FC80-5305C76361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86B5E08-BC5E-122F-7D29-ABC89F717B7C}"/>
              </a:ext>
            </a:extLst>
          </p:cNvPr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4F1C7B0-5204-0877-54E3-1F97ECF5AD25}"/>
              </a:ext>
            </a:extLst>
          </p:cNvPr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CLAROS Y ACCIONABLES</a:t>
            </a:r>
            <a:endParaRPr lang="en-US" sz="2400">
              <a:highlight>
                <a:srgbClr val="FFFF00"/>
              </a:highlight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D2BF864-CECE-CB35-CF20-75AC7E3BF679}"/>
              </a:ext>
            </a:extLst>
          </p:cNvPr>
          <p:cNvSpPr/>
          <p:nvPr/>
        </p:nvSpPr>
        <p:spPr>
          <a:xfrm>
            <a:off x="6349365" y="3736739"/>
            <a:ext cx="2606040" cy="1260348"/>
          </a:xfrm>
          <a:prstGeom prst="rect">
            <a:avLst/>
          </a:prstGeom>
          <a:solidFill>
            <a:srgbClr val="FEF2F2"/>
          </a:solidFill>
          <a:ln w="19050">
            <a:solidFill>
              <a:srgbClr val="EF4444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A990A5BD-748D-1170-5283-BFED50F1DBD2}"/>
              </a:ext>
            </a:extLst>
          </p:cNvPr>
          <p:cNvSpPr/>
          <p:nvPr/>
        </p:nvSpPr>
        <p:spPr>
          <a:xfrm>
            <a:off x="6349365" y="3736739"/>
            <a:ext cx="2606040" cy="360099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3646C3E-7EC4-2FEF-36CB-69D1B07C9EFC}"/>
              </a:ext>
            </a:extLst>
          </p:cNvPr>
          <p:cNvSpPr/>
          <p:nvPr/>
        </p:nvSpPr>
        <p:spPr>
          <a:xfrm>
            <a:off x="6440805" y="3755027"/>
            <a:ext cx="2423160" cy="330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MALO</a:t>
            </a:r>
            <a:endParaRPr lang="en-US" sz="200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6FE291B-67F2-726E-05CB-A83C39457BB8}"/>
              </a:ext>
            </a:extLst>
          </p:cNvPr>
          <p:cNvSpPr/>
          <p:nvPr/>
        </p:nvSpPr>
        <p:spPr>
          <a:xfrm>
            <a:off x="6486525" y="4214894"/>
            <a:ext cx="2331720" cy="7201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con fallos críticos.</a:t>
            </a:r>
            <a:endParaRPr lang="en-US" sz="1300"/>
          </a:p>
          <a:p>
            <a:pPr marL="0" indent="0" algn="ctr">
              <a:buNone/>
            </a:pPr>
            <a:r>
              <a:rPr lang="en-US" sz="13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Necesita atención inmediata.</a:t>
            </a:r>
            <a:endParaRPr lang="en-US" sz="130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48B244E0-382B-F60F-3546-C3A71E0A890C}"/>
              </a:ext>
            </a:extLst>
          </p:cNvPr>
          <p:cNvSpPr/>
          <p:nvPr/>
        </p:nvSpPr>
        <p:spPr>
          <a:xfrm>
            <a:off x="6349365" y="2347993"/>
            <a:ext cx="2606040" cy="1260348"/>
          </a:xfrm>
          <a:prstGeom prst="rect">
            <a:avLst/>
          </a:prstGeom>
          <a:solidFill>
            <a:srgbClr val="FFFBEB"/>
          </a:solidFill>
          <a:ln w="19050">
            <a:solidFill>
              <a:srgbClr val="F59E0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C3F85854-992D-04DC-1CD5-2D74789C8A12}"/>
              </a:ext>
            </a:extLst>
          </p:cNvPr>
          <p:cNvSpPr/>
          <p:nvPr/>
        </p:nvSpPr>
        <p:spPr>
          <a:xfrm>
            <a:off x="6349365" y="2347993"/>
            <a:ext cx="2606040" cy="360099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4A9C6B54-4834-B825-5BEB-70BE0DC22C85}"/>
              </a:ext>
            </a:extLst>
          </p:cNvPr>
          <p:cNvSpPr/>
          <p:nvPr/>
        </p:nvSpPr>
        <p:spPr>
          <a:xfrm>
            <a:off x="6440805" y="2366281"/>
            <a:ext cx="2423160" cy="330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MEJORABLE</a:t>
            </a:r>
            <a:endParaRPr lang="en-US" sz="200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C07FFCC9-C057-BECE-D067-C98BA95C2C22}"/>
              </a:ext>
            </a:extLst>
          </p:cNvPr>
          <p:cNvSpPr/>
          <p:nvPr/>
        </p:nvSpPr>
        <p:spPr>
          <a:xfrm>
            <a:off x="6486525" y="2826148"/>
            <a:ext cx="2331720" cy="7201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Correcto pero con áreas</a:t>
            </a:r>
            <a:endParaRPr lang="en-US" sz="1300"/>
          </a:p>
          <a:p>
            <a:pPr marL="0" indent="0" algn="ctr">
              <a:buNone/>
            </a:pPr>
            <a:r>
              <a:rPr lang="en-US" sz="13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claras de desarrollo.</a:t>
            </a:r>
            <a:endParaRPr lang="en-US" sz="130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E375231A-EFA7-720B-7964-6E1E6250D118}"/>
              </a:ext>
            </a:extLst>
          </p:cNvPr>
          <p:cNvSpPr/>
          <p:nvPr/>
        </p:nvSpPr>
        <p:spPr>
          <a:xfrm>
            <a:off x="6349365" y="969589"/>
            <a:ext cx="2606040" cy="1260348"/>
          </a:xfrm>
          <a:prstGeom prst="rect">
            <a:avLst/>
          </a:prstGeom>
          <a:solidFill>
            <a:srgbClr val="F0FDF4"/>
          </a:solidFill>
          <a:ln w="19050">
            <a:solidFill>
              <a:srgbClr val="22C55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FFC58D19-61B9-2CD5-DEF4-A1C8C9588D97}"/>
              </a:ext>
            </a:extLst>
          </p:cNvPr>
          <p:cNvSpPr/>
          <p:nvPr/>
        </p:nvSpPr>
        <p:spPr>
          <a:xfrm>
            <a:off x="6349365" y="969589"/>
            <a:ext cx="2606040" cy="360099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BC9583EC-DE33-741C-3D27-7458C6697F90}"/>
              </a:ext>
            </a:extLst>
          </p:cNvPr>
          <p:cNvSpPr/>
          <p:nvPr/>
        </p:nvSpPr>
        <p:spPr>
          <a:xfrm>
            <a:off x="6440805" y="987877"/>
            <a:ext cx="2423160" cy="330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BUENO</a:t>
            </a:r>
            <a:endParaRPr lang="en-US" sz="200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8E8CACD5-DAAD-704A-0427-45322F44872A}"/>
              </a:ext>
            </a:extLst>
          </p:cNvPr>
          <p:cNvSpPr/>
          <p:nvPr/>
        </p:nvSpPr>
        <p:spPr>
          <a:xfrm>
            <a:off x="6486525" y="1447744"/>
            <a:ext cx="2331720" cy="7201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ejecutado con</a:t>
            </a:r>
            <a:endParaRPr lang="en-US" sz="1300"/>
          </a:p>
          <a:p>
            <a:pPr marL="0" indent="0" algn="ctr">
              <a:buNone/>
            </a:pPr>
            <a:r>
              <a:rPr lang="en-US" sz="13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efectividad y profesionalismo.</a:t>
            </a:r>
            <a:endParaRPr lang="en-US" sz="130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2A38D33C-D0AE-BAAF-764D-986EA94B09E7}"/>
              </a:ext>
            </a:extLst>
          </p:cNvPr>
          <p:cNvSpPr/>
          <p:nvPr/>
        </p:nvSpPr>
        <p:spPr>
          <a:xfrm>
            <a:off x="1611629" y="1338161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incluye cada informe?</a:t>
            </a:r>
            <a:endParaRPr lang="en-US" sz="160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955312B6-7158-A22D-48C0-2D60284FF5BC}"/>
              </a:ext>
            </a:extLst>
          </p:cNvPr>
          <p:cNvSpPr/>
          <p:nvPr/>
        </p:nvSpPr>
        <p:spPr>
          <a:xfrm>
            <a:off x="457198" y="2034947"/>
            <a:ext cx="484822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Calificación global + por bloque con nivel MALO / MEJORABLE / BUENO</a:t>
            </a:r>
            <a:endParaRPr lang="en-US" sz="120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3548FA20-28AE-2B22-BA4A-908190050D6E}"/>
              </a:ext>
            </a:extLst>
          </p:cNvPr>
          <p:cNvSpPr/>
          <p:nvPr/>
        </p:nvSpPr>
        <p:spPr>
          <a:xfrm>
            <a:off x="457200" y="3835445"/>
            <a:ext cx="5210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Evidencias textuales: fragmentos exactos de la llamada que justifican cada nota</a:t>
            </a:r>
            <a:endParaRPr lang="en-US" sz="120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7E25F5E1-500A-253F-37C7-AAE15FD528BC}"/>
              </a:ext>
            </a:extLst>
          </p:cNvPr>
          <p:cNvSpPr/>
          <p:nvPr/>
        </p:nvSpPr>
        <p:spPr>
          <a:xfrm>
            <a:off x="457200" y="2934196"/>
            <a:ext cx="491871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Recomendaciones accionables y específicas para ese asesor y esa llamada</a:t>
            </a:r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23321048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4572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686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kern="0" spc="20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 · SISTEMA RAG · ChromaDB + OpenAI Embeddings</a:t>
            </a:r>
            <a:endParaRPr lang="en-US" sz="210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2697480" cy="1298448"/>
          </a:xfrm>
          <a:prstGeom prst="rect">
            <a:avLst/>
          </a:prstGeom>
          <a:solidFill>
            <a:srgbClr val="1E3A5F"/>
          </a:solidFill>
          <a:ln w="9525">
            <a:solidFill>
              <a:srgbClr val="00C8FF"/>
            </a:solidFill>
            <a:prstDash val="solid"/>
          </a:ln>
          <a:effectLst>
            <a:outerShdw blurRad="889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274320" y="987552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manuales_generales</a:t>
            </a:r>
            <a:endParaRPr lang="en-US" sz="1050"/>
          </a:p>
        </p:txBody>
      </p:sp>
      <p:sp>
        <p:nvSpPr>
          <p:cNvPr id="7" name="Text 5"/>
          <p:cNvSpPr/>
          <p:nvPr/>
        </p:nvSpPr>
        <p:spPr>
          <a:xfrm>
            <a:off x="274320" y="1408176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D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de formación en ventas</a:t>
            </a:r>
            <a:endParaRPr lang="en-US" sz="1000"/>
          </a:p>
        </p:txBody>
      </p:sp>
      <p:sp>
        <p:nvSpPr>
          <p:cNvPr id="8" name="Shape 6"/>
          <p:cNvSpPr/>
          <p:nvPr/>
        </p:nvSpPr>
        <p:spPr>
          <a:xfrm>
            <a:off x="3200400" y="914400"/>
            <a:ext cx="2697480" cy="1298448"/>
          </a:xfrm>
          <a:prstGeom prst="rect">
            <a:avLst/>
          </a:prstGeom>
          <a:solidFill>
            <a:srgbClr val="1A5A2A"/>
          </a:solidFill>
          <a:ln w="9525">
            <a:solidFill>
              <a:srgbClr val="00C8FF"/>
            </a:solidFill>
            <a:prstDash val="solid"/>
          </a:ln>
          <a:effectLst>
            <a:outerShdw blurRad="889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3200400" y="987552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buenas_practicas</a:t>
            </a:r>
            <a:endParaRPr lang="en-US" sz="1050"/>
          </a:p>
        </p:txBody>
      </p:sp>
      <p:sp>
        <p:nvSpPr>
          <p:cNvPr id="10" name="Text 8"/>
          <p:cNvSpPr/>
          <p:nvPr/>
        </p:nvSpPr>
        <p:spPr>
          <a:xfrm>
            <a:off x="3200400" y="1408176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D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 reales de entrevistas (sin chunking)</a:t>
            </a:r>
            <a:endParaRPr lang="en-US" sz="1000"/>
          </a:p>
        </p:txBody>
      </p:sp>
      <p:sp>
        <p:nvSpPr>
          <p:cNvPr id="11" name="Shape 9"/>
          <p:cNvSpPr/>
          <p:nvPr/>
        </p:nvSpPr>
        <p:spPr>
          <a:xfrm>
            <a:off x="6126480" y="914400"/>
            <a:ext cx="2697480" cy="1298448"/>
          </a:xfrm>
          <a:prstGeom prst="rect">
            <a:avLst/>
          </a:prstGeom>
          <a:solidFill>
            <a:srgbClr val="4A1A5A"/>
          </a:solidFill>
          <a:ln w="9525">
            <a:solidFill>
              <a:srgbClr val="00C8FF"/>
            </a:solidFill>
            <a:prstDash val="solid"/>
          </a:ln>
          <a:effectLst>
            <a:outerShdw blurRad="889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6126480" y="987552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coaching_ventas</a:t>
            </a:r>
            <a:endParaRPr lang="en-US" sz="1050"/>
          </a:p>
        </p:txBody>
      </p:sp>
      <p:sp>
        <p:nvSpPr>
          <p:cNvPr id="13" name="Text 11"/>
          <p:cNvSpPr/>
          <p:nvPr/>
        </p:nvSpPr>
        <p:spPr>
          <a:xfrm>
            <a:off x="6126480" y="1408176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D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Libros y técnicas de venta</a:t>
            </a:r>
            <a:endParaRPr lang="en-US" sz="1000"/>
          </a:p>
        </p:txBody>
      </p:sp>
      <p:sp>
        <p:nvSpPr>
          <p:cNvPr id="14" name="Shape 12"/>
          <p:cNvSpPr/>
          <p:nvPr/>
        </p:nvSpPr>
        <p:spPr>
          <a:xfrm>
            <a:off x="274320" y="2377440"/>
            <a:ext cx="2697480" cy="1298448"/>
          </a:xfrm>
          <a:prstGeom prst="rect">
            <a:avLst/>
          </a:prstGeom>
          <a:solidFill>
            <a:srgbClr val="5A3A0A"/>
          </a:solidFill>
          <a:ln w="9525">
            <a:solidFill>
              <a:srgbClr val="00C8FF"/>
            </a:solidFill>
            <a:prstDash val="solid"/>
          </a:ln>
          <a:effectLst>
            <a:outerShdw blurRad="889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274320" y="2450592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evaluaciones_historicas</a:t>
            </a:r>
            <a:endParaRPr lang="en-US" sz="1050"/>
          </a:p>
        </p:txBody>
      </p:sp>
      <p:sp>
        <p:nvSpPr>
          <p:cNvPr id="16" name="Text 14"/>
          <p:cNvSpPr/>
          <p:nvPr/>
        </p:nvSpPr>
        <p:spPr>
          <a:xfrm>
            <a:off x="274320" y="2871216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D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de evaluaciones pasadas</a:t>
            </a:r>
            <a:endParaRPr lang="en-US" sz="1000"/>
          </a:p>
        </p:txBody>
      </p:sp>
      <p:sp>
        <p:nvSpPr>
          <p:cNvPr id="17" name="Shape 15"/>
          <p:cNvSpPr/>
          <p:nvPr/>
        </p:nvSpPr>
        <p:spPr>
          <a:xfrm>
            <a:off x="3200400" y="2377440"/>
            <a:ext cx="2697480" cy="1298448"/>
          </a:xfrm>
          <a:prstGeom prst="rect">
            <a:avLst/>
          </a:prstGeom>
          <a:solidFill>
            <a:srgbClr val="0A3A5A"/>
          </a:solidFill>
          <a:ln w="9525">
            <a:solidFill>
              <a:srgbClr val="00C8FF"/>
            </a:solidFill>
            <a:prstDash val="solid"/>
          </a:ln>
          <a:effectLst>
            <a:outerShdw blurRad="889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3200400" y="2450592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dossiers_programas</a:t>
            </a:r>
            <a:endParaRPr lang="en-US" sz="1050"/>
          </a:p>
        </p:txBody>
      </p:sp>
      <p:sp>
        <p:nvSpPr>
          <p:cNvPr id="19" name="Text 17"/>
          <p:cNvSpPr/>
          <p:nvPr/>
        </p:nvSpPr>
        <p:spPr>
          <a:xfrm>
            <a:off x="3200400" y="2871216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D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Fichas de programas OBS</a:t>
            </a:r>
            <a:endParaRPr lang="en-US" sz="1000"/>
          </a:p>
        </p:txBody>
      </p:sp>
      <p:sp>
        <p:nvSpPr>
          <p:cNvPr id="20" name="Shape 18"/>
          <p:cNvSpPr/>
          <p:nvPr/>
        </p:nvSpPr>
        <p:spPr>
          <a:xfrm>
            <a:off x="6126480" y="2377440"/>
            <a:ext cx="2697480" cy="1298448"/>
          </a:xfrm>
          <a:prstGeom prst="rect">
            <a:avLst/>
          </a:prstGeom>
          <a:solidFill>
            <a:srgbClr val="5A0A1A"/>
          </a:solidFill>
          <a:ln w="9525">
            <a:solidFill>
              <a:srgbClr val="00C8FF"/>
            </a:solidFill>
            <a:prstDash val="solid"/>
          </a:ln>
          <a:effectLst>
            <a:outerShdw blurRad="889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6126480" y="2450592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diccionario_datos</a:t>
            </a:r>
            <a:endParaRPr lang="en-US" sz="1050"/>
          </a:p>
        </p:txBody>
      </p:sp>
      <p:sp>
        <p:nvSpPr>
          <p:cNvPr id="22" name="Text 20"/>
          <p:cNvSpPr/>
          <p:nvPr/>
        </p:nvSpPr>
        <p:spPr>
          <a:xfrm>
            <a:off x="6126480" y="2871216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D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semántico Power BI (sin chunking)</a:t>
            </a:r>
            <a:endParaRPr lang="en-US" sz="1000"/>
          </a:p>
        </p:txBody>
      </p:sp>
      <p:sp>
        <p:nvSpPr>
          <p:cNvPr id="23" name="Shape 21"/>
          <p:cNvSpPr/>
          <p:nvPr/>
        </p:nvSpPr>
        <p:spPr>
          <a:xfrm>
            <a:off x="274320" y="3950208"/>
            <a:ext cx="8595360" cy="749808"/>
          </a:xfrm>
          <a:prstGeom prst="rect">
            <a:avLst/>
          </a:prstGeom>
          <a:solidFill>
            <a:srgbClr val="1A2F4A"/>
          </a:solidFill>
          <a:ln w="6350">
            <a:solidFill>
              <a:srgbClr val="8B9DC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Text 22"/>
          <p:cNvSpPr/>
          <p:nvPr/>
        </p:nvSpPr>
        <p:spPr>
          <a:xfrm>
            <a:off x="457200" y="398678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size</a:t>
            </a:r>
            <a:endParaRPr lang="en-US" sz="800"/>
          </a:p>
        </p:txBody>
      </p:sp>
      <p:sp>
        <p:nvSpPr>
          <p:cNvPr id="25" name="Text 23"/>
          <p:cNvSpPr/>
          <p:nvPr/>
        </p:nvSpPr>
        <p:spPr>
          <a:xfrm>
            <a:off x="457200" y="4251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 chars</a:t>
            </a:r>
            <a:endParaRPr lang="en-US" sz="1000"/>
          </a:p>
        </p:txBody>
      </p:sp>
      <p:sp>
        <p:nvSpPr>
          <p:cNvPr id="26" name="Text 24"/>
          <p:cNvSpPr/>
          <p:nvPr/>
        </p:nvSpPr>
        <p:spPr>
          <a:xfrm>
            <a:off x="1892808" y="398678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</a:t>
            </a:r>
            <a:endParaRPr lang="en-US" sz="800"/>
          </a:p>
        </p:txBody>
      </p:sp>
      <p:sp>
        <p:nvSpPr>
          <p:cNvPr id="27" name="Text 25"/>
          <p:cNvSpPr/>
          <p:nvPr/>
        </p:nvSpPr>
        <p:spPr>
          <a:xfrm>
            <a:off x="1892808" y="4251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 chars</a:t>
            </a:r>
            <a:endParaRPr lang="en-US" sz="1000"/>
          </a:p>
        </p:txBody>
      </p:sp>
      <p:sp>
        <p:nvSpPr>
          <p:cNvPr id="28" name="Text 26"/>
          <p:cNvSpPr/>
          <p:nvPr/>
        </p:nvSpPr>
        <p:spPr>
          <a:xfrm>
            <a:off x="3328416" y="398678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general</a:t>
            </a:r>
            <a:endParaRPr lang="en-US" sz="800"/>
          </a:p>
        </p:txBody>
      </p:sp>
      <p:sp>
        <p:nvSpPr>
          <p:cNvPr id="29" name="Text 27"/>
          <p:cNvSpPr/>
          <p:nvPr/>
        </p:nvSpPr>
        <p:spPr>
          <a:xfrm>
            <a:off x="3328416" y="4251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frags</a:t>
            </a:r>
            <a:endParaRPr lang="en-US" sz="1000"/>
          </a:p>
        </p:txBody>
      </p:sp>
      <p:sp>
        <p:nvSpPr>
          <p:cNvPr id="30" name="Text 28"/>
          <p:cNvSpPr/>
          <p:nvPr/>
        </p:nvSpPr>
        <p:spPr>
          <a:xfrm>
            <a:off x="4764024" y="398678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buenas práct.</a:t>
            </a:r>
            <a:endParaRPr lang="en-US" sz="800"/>
          </a:p>
        </p:txBody>
      </p:sp>
      <p:sp>
        <p:nvSpPr>
          <p:cNvPr id="31" name="Text 29"/>
          <p:cNvSpPr/>
          <p:nvPr/>
        </p:nvSpPr>
        <p:spPr>
          <a:xfrm>
            <a:off x="4764024" y="4251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ejemplos</a:t>
            </a:r>
            <a:endParaRPr lang="en-US" sz="1000"/>
          </a:p>
        </p:txBody>
      </p:sp>
      <p:sp>
        <p:nvSpPr>
          <p:cNvPr id="32" name="Text 30"/>
          <p:cNvSpPr/>
          <p:nvPr/>
        </p:nvSpPr>
        <p:spPr>
          <a:xfrm>
            <a:off x="6199632" y="398678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coaching</a:t>
            </a:r>
            <a:endParaRPr lang="en-US" sz="800"/>
          </a:p>
        </p:txBody>
      </p:sp>
      <p:sp>
        <p:nvSpPr>
          <p:cNvPr id="33" name="Text 31"/>
          <p:cNvSpPr/>
          <p:nvPr/>
        </p:nvSpPr>
        <p:spPr>
          <a:xfrm>
            <a:off x="6199632" y="4251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3 libros</a:t>
            </a:r>
            <a:endParaRPr lang="en-US" sz="1000"/>
          </a:p>
        </p:txBody>
      </p:sp>
      <p:sp>
        <p:nvSpPr>
          <p:cNvPr id="34" name="Text 32"/>
          <p:cNvSpPr/>
          <p:nvPr/>
        </p:nvSpPr>
        <p:spPr>
          <a:xfrm>
            <a:off x="7635240" y="398678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model</a:t>
            </a:r>
            <a:endParaRPr lang="en-US" sz="800"/>
          </a:p>
        </p:txBody>
      </p:sp>
      <p:sp>
        <p:nvSpPr>
          <p:cNvPr id="35" name="Text 33"/>
          <p:cNvSpPr/>
          <p:nvPr/>
        </p:nvSpPr>
        <p:spPr>
          <a:xfrm>
            <a:off x="7635240" y="4251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text-emb-3-small</a:t>
            </a:r>
            <a:endParaRPr lang="en-US" sz="1000"/>
          </a:p>
        </p:txBody>
      </p:sp>
      <p:sp>
        <p:nvSpPr>
          <p:cNvPr id="36" name="Shape 34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060E1A"/>
          </a:solidFill>
          <a:ln w="12700">
            <a:solidFill>
              <a:srgbClr val="060E1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7" name="Text 35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8B9DC3"/>
                </a:solidFill>
              </a:rPr>
              <a:t>CENTAURO · Arquitectura Técnica · OBS Business School · BI Team 2026</a:t>
            </a:r>
            <a:endParaRPr lang="en-US" sz="10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EC4EE6-326E-153A-7C41-88337300E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FC50C95-442C-3993-8A5E-1DCD00A386D7}"/>
              </a:ext>
            </a:extLst>
          </p:cNvPr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933528C-F5C2-7141-639D-D122BC57A740}"/>
              </a:ext>
            </a:extLst>
          </p:cNvPr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6 BLOQUES DE EVALUACIÓN</a:t>
            </a:r>
            <a:endParaRPr lang="en-US" sz="240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C0B3266C-1E52-85AF-50C0-62D21A26DBB3}"/>
              </a:ext>
            </a:extLst>
          </p:cNvPr>
          <p:cNvSpPr/>
          <p:nvPr/>
        </p:nvSpPr>
        <p:spPr>
          <a:xfrm>
            <a:off x="274320" y="960120"/>
            <a:ext cx="2743200" cy="1874520"/>
          </a:xfrm>
          <a:prstGeom prst="rect">
            <a:avLst/>
          </a:prstGeom>
          <a:solidFill>
            <a:srgbClr val="F0F6FA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A3A90F4E-3292-4FB9-3A93-2036DF494546}"/>
              </a:ext>
            </a:extLst>
          </p:cNvPr>
          <p:cNvSpPr/>
          <p:nvPr/>
        </p:nvSpPr>
        <p:spPr>
          <a:xfrm>
            <a:off x="274320" y="960120"/>
            <a:ext cx="64008" cy="18745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B0693FE8-20AB-8CFD-E18B-045E83D69625}"/>
              </a:ext>
            </a:extLst>
          </p:cNvPr>
          <p:cNvSpPr/>
          <p:nvPr/>
        </p:nvSpPr>
        <p:spPr>
          <a:xfrm>
            <a:off x="438912" y="109728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 1</a:t>
            </a:r>
            <a:endParaRPr lang="en-US" sz="200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8368EE71-D1DD-C91A-09EB-044FDC6B6650}"/>
              </a:ext>
            </a:extLst>
          </p:cNvPr>
          <p:cNvSpPr/>
          <p:nvPr/>
        </p:nvSpPr>
        <p:spPr>
          <a:xfrm>
            <a:off x="438912" y="155448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</a:t>
            </a:r>
            <a:r>
              <a:rPr lang="en-US" sz="13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Económica</a:t>
            </a:r>
            <a:endParaRPr lang="en-US" sz="13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FF16B622-F6A5-3115-FCC0-555BF27AECB5}"/>
              </a:ext>
            </a:extLst>
          </p:cNvPr>
          <p:cNvSpPr/>
          <p:nvPr/>
        </p:nvSpPr>
        <p:spPr>
          <a:xfrm>
            <a:off x="438912" y="192024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Saludo, presentación, generación de confianza inicial y tono de apertura</a:t>
            </a:r>
            <a:endParaRPr lang="en-US" sz="110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2CC68007-FD41-DDD3-31DE-812330618007}"/>
              </a:ext>
            </a:extLst>
          </p:cNvPr>
          <p:cNvSpPr/>
          <p:nvPr/>
        </p:nvSpPr>
        <p:spPr>
          <a:xfrm>
            <a:off x="3154680" y="960120"/>
            <a:ext cx="2743200" cy="1874520"/>
          </a:xfrm>
          <a:prstGeom prst="rect">
            <a:avLst/>
          </a:prstGeom>
          <a:solidFill>
            <a:srgbClr val="F0F6FA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5606E9A0-7582-8DC9-EF00-F459C1E056B7}"/>
              </a:ext>
            </a:extLst>
          </p:cNvPr>
          <p:cNvSpPr/>
          <p:nvPr/>
        </p:nvSpPr>
        <p:spPr>
          <a:xfrm>
            <a:off x="3154680" y="960120"/>
            <a:ext cx="64008" cy="18745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DDE068D0-92AC-063D-1C94-08BA11D452C8}"/>
              </a:ext>
            </a:extLst>
          </p:cNvPr>
          <p:cNvSpPr/>
          <p:nvPr/>
        </p:nvSpPr>
        <p:spPr>
          <a:xfrm>
            <a:off x="3319272" y="109728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2</a:t>
            </a:r>
            <a:endParaRPr lang="en-US" sz="200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0FCA94CE-9F38-945A-BFFF-E4E28D790A44}"/>
              </a:ext>
            </a:extLst>
          </p:cNvPr>
          <p:cNvSpPr/>
          <p:nvPr/>
        </p:nvSpPr>
        <p:spPr>
          <a:xfrm>
            <a:off x="3319272" y="155448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Investigación</a:t>
            </a:r>
            <a:endParaRPr lang="en-US" sz="130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A21F16F1-BDD4-3733-E86E-7067927915F7}"/>
              </a:ext>
            </a:extLst>
          </p:cNvPr>
          <p:cNvSpPr/>
          <p:nvPr/>
        </p:nvSpPr>
        <p:spPr>
          <a:xfrm>
            <a:off x="3319272" y="192024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de necesidades, preguntas de descubrimiento y escucha activa</a:t>
            </a:r>
            <a:endParaRPr lang="en-US" sz="110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D6237859-1CBF-7364-8EFA-F41B0DF56666}"/>
              </a:ext>
            </a:extLst>
          </p:cNvPr>
          <p:cNvSpPr/>
          <p:nvPr/>
        </p:nvSpPr>
        <p:spPr>
          <a:xfrm>
            <a:off x="6035040" y="960120"/>
            <a:ext cx="2743200" cy="1874520"/>
          </a:xfrm>
          <a:prstGeom prst="rect">
            <a:avLst/>
          </a:prstGeom>
          <a:solidFill>
            <a:srgbClr val="F0F6FA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D38C55AC-2AE6-0775-D02C-5334F745A475}"/>
              </a:ext>
            </a:extLst>
          </p:cNvPr>
          <p:cNvSpPr/>
          <p:nvPr/>
        </p:nvSpPr>
        <p:spPr>
          <a:xfrm>
            <a:off x="6035040" y="960120"/>
            <a:ext cx="64008" cy="18745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B3966493-C620-051B-2126-8A3ECD103D96}"/>
              </a:ext>
            </a:extLst>
          </p:cNvPr>
          <p:cNvSpPr/>
          <p:nvPr/>
        </p:nvSpPr>
        <p:spPr>
          <a:xfrm>
            <a:off x="6199632" y="109728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3</a:t>
            </a:r>
            <a:endParaRPr lang="en-US" sz="200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A4FEA41A-4293-AE10-C753-51AFD377CC94}"/>
              </a:ext>
            </a:extLst>
          </p:cNvPr>
          <p:cNvSpPr/>
          <p:nvPr/>
        </p:nvSpPr>
        <p:spPr>
          <a:xfrm>
            <a:off x="6199632" y="155448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de Valor</a:t>
            </a:r>
            <a:endParaRPr lang="en-US" sz="130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6CEED6E6-73C8-3EBB-FD26-8F335A113CB6}"/>
              </a:ext>
            </a:extLst>
          </p:cNvPr>
          <p:cNvSpPr/>
          <p:nvPr/>
        </p:nvSpPr>
        <p:spPr>
          <a:xfrm>
            <a:off x="6199632" y="192024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del programa, beneficios clave y adecuación al perfil del lead</a:t>
            </a:r>
            <a:endParaRPr lang="en-US" sz="110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C4E0BEF2-6C36-3F4C-D6AD-04425D0964EC}"/>
              </a:ext>
            </a:extLst>
          </p:cNvPr>
          <p:cNvSpPr/>
          <p:nvPr/>
        </p:nvSpPr>
        <p:spPr>
          <a:xfrm>
            <a:off x="274320" y="2971800"/>
            <a:ext cx="2743200" cy="1874520"/>
          </a:xfrm>
          <a:prstGeom prst="rect">
            <a:avLst/>
          </a:prstGeom>
          <a:solidFill>
            <a:srgbClr val="F0F6FA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EB843C0B-8ABE-AC24-5EDB-85DB9C0D7E76}"/>
              </a:ext>
            </a:extLst>
          </p:cNvPr>
          <p:cNvSpPr/>
          <p:nvPr/>
        </p:nvSpPr>
        <p:spPr>
          <a:xfrm>
            <a:off x="274320" y="2971800"/>
            <a:ext cx="64008" cy="18745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31867892-5B3A-313C-30C6-3A3993995D84}"/>
              </a:ext>
            </a:extLst>
          </p:cNvPr>
          <p:cNvSpPr/>
          <p:nvPr/>
        </p:nvSpPr>
        <p:spPr>
          <a:xfrm>
            <a:off x="438912" y="310896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  4</a:t>
            </a:r>
            <a:endParaRPr lang="en-US" sz="200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A0719DB8-1F77-C459-A6AB-3F9C3274402B}"/>
              </a:ext>
            </a:extLst>
          </p:cNvPr>
          <p:cNvSpPr/>
          <p:nvPr/>
        </p:nvSpPr>
        <p:spPr>
          <a:xfrm>
            <a:off x="438912" y="356616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Manejo de Objeciones</a:t>
            </a:r>
            <a:endParaRPr lang="en-US" sz="130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C17850DB-4A16-503A-F0BB-12353F3F37D9}"/>
              </a:ext>
            </a:extLst>
          </p:cNvPr>
          <p:cNvSpPr/>
          <p:nvPr/>
        </p:nvSpPr>
        <p:spPr>
          <a:xfrm>
            <a:off x="438912" y="393192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Tratamiento de dudas, miedos y barreras con argumentación efectiva</a:t>
            </a:r>
            <a:endParaRPr lang="en-US" sz="110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CB9FA0B4-9475-AD14-81CD-29D9A19FA551}"/>
              </a:ext>
            </a:extLst>
          </p:cNvPr>
          <p:cNvSpPr/>
          <p:nvPr/>
        </p:nvSpPr>
        <p:spPr>
          <a:xfrm>
            <a:off x="3154680" y="2971800"/>
            <a:ext cx="2743200" cy="1874520"/>
          </a:xfrm>
          <a:prstGeom prst="rect">
            <a:avLst/>
          </a:prstGeom>
          <a:solidFill>
            <a:srgbClr val="F0F6FA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503E998C-7CE9-EC41-BE04-EEC9149C31E8}"/>
              </a:ext>
            </a:extLst>
          </p:cNvPr>
          <p:cNvSpPr/>
          <p:nvPr/>
        </p:nvSpPr>
        <p:spPr>
          <a:xfrm>
            <a:off x="3154680" y="2971800"/>
            <a:ext cx="64008" cy="18745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5F343B8F-7DAB-B0FE-6E30-6693F1853E1D}"/>
              </a:ext>
            </a:extLst>
          </p:cNvPr>
          <p:cNvSpPr/>
          <p:nvPr/>
        </p:nvSpPr>
        <p:spPr>
          <a:xfrm>
            <a:off x="3319272" y="310896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5</a:t>
            </a:r>
            <a:endParaRPr lang="en-US" sz="200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041C245B-4BE6-7B75-B287-AA1D77975F6C}"/>
              </a:ext>
            </a:extLst>
          </p:cNvPr>
          <p:cNvSpPr/>
          <p:nvPr/>
        </p:nvSpPr>
        <p:spPr>
          <a:xfrm>
            <a:off x="3319272" y="356616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30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58C92841-D3F7-C37F-98AE-D9ECB7DDCB11}"/>
              </a:ext>
            </a:extLst>
          </p:cNvPr>
          <p:cNvSpPr/>
          <p:nvPr/>
        </p:nvSpPr>
        <p:spPr>
          <a:xfrm>
            <a:off x="3319272" y="393192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 de cierre, compromiso, siguiente paso y llamada a la acción</a:t>
            </a:r>
            <a:endParaRPr lang="en-US" sz="1100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8FCB527C-163D-23D7-08AF-70D3D1C11657}"/>
              </a:ext>
            </a:extLst>
          </p:cNvPr>
          <p:cNvSpPr/>
          <p:nvPr/>
        </p:nvSpPr>
        <p:spPr>
          <a:xfrm>
            <a:off x="6035040" y="2971800"/>
            <a:ext cx="2743200" cy="1874520"/>
          </a:xfrm>
          <a:prstGeom prst="rect">
            <a:avLst/>
          </a:prstGeom>
          <a:solidFill>
            <a:srgbClr val="F0F6FA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2C5C33C9-7FC4-A5D5-787F-4F02E683EBCE}"/>
              </a:ext>
            </a:extLst>
          </p:cNvPr>
          <p:cNvSpPr/>
          <p:nvPr/>
        </p:nvSpPr>
        <p:spPr>
          <a:xfrm>
            <a:off x="6035040" y="2971800"/>
            <a:ext cx="64008" cy="18745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A604BF83-A22F-8870-B9BE-63C423FC9A0F}"/>
              </a:ext>
            </a:extLst>
          </p:cNvPr>
          <p:cNvSpPr/>
          <p:nvPr/>
        </p:nvSpPr>
        <p:spPr>
          <a:xfrm>
            <a:off x="6199632" y="310896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🎙  6</a:t>
            </a:r>
            <a:endParaRPr lang="en-US" sz="200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1C74ED33-B411-0F9B-C8D8-4AD65A61284A}"/>
              </a:ext>
            </a:extLst>
          </p:cNvPr>
          <p:cNvSpPr/>
          <p:nvPr/>
        </p:nvSpPr>
        <p:spPr>
          <a:xfrm>
            <a:off x="6199632" y="356616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Estilo y Comunicación</a:t>
            </a:r>
            <a:endParaRPr lang="en-US" sz="1300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1F1A0585-E6F5-F413-7764-BB23345198BF}"/>
              </a:ext>
            </a:extLst>
          </p:cNvPr>
          <p:cNvSpPr/>
          <p:nvPr/>
        </p:nvSpPr>
        <p:spPr>
          <a:xfrm>
            <a:off x="6199632" y="393192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Claridad verbal, energía, ritmo, lenguaje y calidad comunicativa general</a:t>
            </a: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27424413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4572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686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kern="0" spc="20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 · REPORTE FINAL PDF · FPDF </a:t>
            </a:r>
            <a:endParaRPr lang="en-US" sz="2100"/>
          </a:p>
        </p:txBody>
      </p:sp>
      <p:sp>
        <p:nvSpPr>
          <p:cNvPr id="5" name="Text 3"/>
          <p:cNvSpPr/>
          <p:nvPr/>
        </p:nvSpPr>
        <p:spPr>
          <a:xfrm>
            <a:off x="274320" y="9144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Secciones del PDF generado</a:t>
            </a:r>
            <a:endParaRPr lang="en-US" sz="1100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4846320" cy="576072"/>
          </a:xfrm>
          <a:prstGeom prst="rect">
            <a:avLst/>
          </a:prstGeom>
          <a:solidFill>
            <a:srgbClr val="1E2A5A"/>
          </a:solidFill>
          <a:ln w="6350">
            <a:solidFill>
              <a:srgbClr val="8B9DC3"/>
            </a:solidFill>
            <a:prstDash val="solid"/>
          </a:ln>
          <a:effectLst>
            <a:outerShdw blurRad="889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384048" y="126187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Cabecera</a:t>
            </a:r>
            <a:endParaRPr lang="en-US" sz="1050"/>
          </a:p>
        </p:txBody>
      </p:sp>
      <p:sp>
        <p:nvSpPr>
          <p:cNvPr id="8" name="Text 6"/>
          <p:cNvSpPr/>
          <p:nvPr/>
        </p:nvSpPr>
        <p:spPr>
          <a:xfrm>
            <a:off x="384048" y="1527048"/>
            <a:ext cx="4663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CENTAURO AUDIT · Asesor · Archivo · Timestamp · Modelo V5.0</a:t>
            </a:r>
            <a:endParaRPr lang="en-US" sz="850"/>
          </a:p>
        </p:txBody>
      </p:sp>
      <p:sp>
        <p:nvSpPr>
          <p:cNvPr id="9" name="Shape 7"/>
          <p:cNvSpPr/>
          <p:nvPr/>
        </p:nvSpPr>
        <p:spPr>
          <a:xfrm>
            <a:off x="274320" y="1874520"/>
            <a:ext cx="4846320" cy="576072"/>
          </a:xfrm>
          <a:prstGeom prst="rect">
            <a:avLst/>
          </a:prstGeom>
          <a:solidFill>
            <a:srgbClr val="1A3A1A"/>
          </a:solidFill>
          <a:ln w="6350">
            <a:solidFill>
              <a:srgbClr val="8B9DC3"/>
            </a:solidFill>
            <a:prstDash val="solid"/>
          </a:ln>
          <a:effectLst>
            <a:outerShdw blurRad="889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384048" y="190195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del Lead</a:t>
            </a:r>
            <a:endParaRPr lang="en-US" sz="1050"/>
          </a:p>
        </p:txBody>
      </p:sp>
      <p:sp>
        <p:nvSpPr>
          <p:cNvPr id="11" name="Text 9"/>
          <p:cNvSpPr/>
          <p:nvPr/>
        </p:nvSpPr>
        <p:spPr>
          <a:xfrm>
            <a:off x="384048" y="2167128"/>
            <a:ext cx="4663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· Objetivo · Factor determinante · Barreras · Seguimiento</a:t>
            </a:r>
            <a:endParaRPr lang="en-US" sz="850"/>
          </a:p>
        </p:txBody>
      </p:sp>
      <p:sp>
        <p:nvSpPr>
          <p:cNvPr id="12" name="Shape 10"/>
          <p:cNvSpPr/>
          <p:nvPr/>
        </p:nvSpPr>
        <p:spPr>
          <a:xfrm>
            <a:off x="274320" y="2514600"/>
            <a:ext cx="4846320" cy="576072"/>
          </a:xfrm>
          <a:prstGeom prst="rect">
            <a:avLst/>
          </a:prstGeom>
          <a:solidFill>
            <a:srgbClr val="3A1A1A"/>
          </a:solidFill>
          <a:ln w="6350">
            <a:solidFill>
              <a:srgbClr val="8B9DC3"/>
            </a:solidFill>
            <a:prstDash val="solid"/>
          </a:ln>
          <a:effectLst>
            <a:outerShdw blurRad="889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384048" y="254203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Tarjetas Evaluación</a:t>
            </a:r>
            <a:endParaRPr lang="en-US" sz="1050"/>
          </a:p>
        </p:txBody>
      </p:sp>
      <p:sp>
        <p:nvSpPr>
          <p:cNvPr id="14" name="Text 12"/>
          <p:cNvSpPr/>
          <p:nvPr/>
        </p:nvSpPr>
        <p:spPr>
          <a:xfrm>
            <a:off x="384048" y="2807208"/>
            <a:ext cx="4663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· Calificación badge · Observabilidad · Confianza · Evidencias · Razonamiento · Recomendación</a:t>
            </a:r>
            <a:endParaRPr lang="en-US" sz="850"/>
          </a:p>
        </p:txBody>
      </p:sp>
      <p:sp>
        <p:nvSpPr>
          <p:cNvPr id="15" name="Shape 13"/>
          <p:cNvSpPr/>
          <p:nvPr/>
        </p:nvSpPr>
        <p:spPr>
          <a:xfrm>
            <a:off x="274320" y="3154680"/>
            <a:ext cx="4846320" cy="576072"/>
          </a:xfrm>
          <a:prstGeom prst="rect">
            <a:avLst/>
          </a:prstGeom>
          <a:solidFill>
            <a:srgbClr val="2A1A3A"/>
          </a:solidFill>
          <a:ln w="6350">
            <a:solidFill>
              <a:srgbClr val="8B9DC3"/>
            </a:solidFill>
            <a:prstDash val="solid"/>
          </a:ln>
          <a:effectLst>
            <a:outerShdw blurRad="889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384048" y="318211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Global</a:t>
            </a:r>
            <a:endParaRPr lang="en-US" sz="1050"/>
          </a:p>
        </p:txBody>
      </p:sp>
      <p:sp>
        <p:nvSpPr>
          <p:cNvPr id="17" name="Text 15"/>
          <p:cNvSpPr/>
          <p:nvPr/>
        </p:nvSpPr>
        <p:spPr>
          <a:xfrm>
            <a:off x="384048" y="3447288"/>
            <a:ext cx="4663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Calificación global (mayoría) · Distribución MALO/MEJORABLE/BUENO · Áreas mejora · Notas Sheriff</a:t>
            </a:r>
            <a:endParaRPr lang="en-US" sz="850"/>
          </a:p>
        </p:txBody>
      </p:sp>
      <p:sp>
        <p:nvSpPr>
          <p:cNvPr id="18" name="Shape 16"/>
          <p:cNvSpPr/>
          <p:nvPr/>
        </p:nvSpPr>
        <p:spPr>
          <a:xfrm>
            <a:off x="274320" y="3794760"/>
            <a:ext cx="4846320" cy="576072"/>
          </a:xfrm>
          <a:prstGeom prst="rect">
            <a:avLst/>
          </a:prstGeom>
          <a:solidFill>
            <a:srgbClr val="1A1A2A"/>
          </a:solidFill>
          <a:ln w="6350">
            <a:solidFill>
              <a:srgbClr val="8B9DC3"/>
            </a:solidFill>
            <a:prstDash val="solid"/>
          </a:ln>
          <a:effectLst>
            <a:outerShdw blurRad="889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384048" y="382219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Footer</a:t>
            </a:r>
            <a:endParaRPr lang="en-US" sz="1050"/>
          </a:p>
        </p:txBody>
      </p:sp>
      <p:sp>
        <p:nvSpPr>
          <p:cNvPr id="20" name="Text 18"/>
          <p:cNvSpPr/>
          <p:nvPr/>
        </p:nvSpPr>
        <p:spPr>
          <a:xfrm>
            <a:off x="384048" y="4087368"/>
            <a:ext cx="4663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 de página · OBS Business School</a:t>
            </a:r>
            <a:endParaRPr lang="en-US" sz="850"/>
          </a:p>
        </p:txBody>
      </p:sp>
      <p:sp>
        <p:nvSpPr>
          <p:cNvPr id="21" name="Text 19"/>
          <p:cNvSpPr/>
          <p:nvPr/>
        </p:nvSpPr>
        <p:spPr>
          <a:xfrm>
            <a:off x="5394960" y="9144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de Calificación Ordinal</a:t>
            </a:r>
            <a:endParaRPr lang="en-US" sz="1100"/>
          </a:p>
        </p:txBody>
      </p:sp>
      <p:sp>
        <p:nvSpPr>
          <p:cNvPr id="22" name="Shape 20"/>
          <p:cNvSpPr/>
          <p:nvPr/>
        </p:nvSpPr>
        <p:spPr>
          <a:xfrm>
            <a:off x="5394960" y="1234440"/>
            <a:ext cx="3474720" cy="548640"/>
          </a:xfrm>
          <a:prstGeom prst="rect">
            <a:avLst/>
          </a:prstGeom>
          <a:solidFill>
            <a:srgbClr val="2A8A4A"/>
          </a:solidFill>
          <a:ln w="12700">
            <a:solidFill>
              <a:srgbClr val="2A8A4A"/>
            </a:solidFill>
            <a:prstDash val="solid"/>
          </a:ln>
          <a:effectLst>
            <a:outerShdw blurRad="889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5394960" y="125272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BUENO</a:t>
            </a:r>
            <a:endParaRPr lang="en-US" sz="1400"/>
          </a:p>
        </p:txBody>
      </p:sp>
      <p:sp>
        <p:nvSpPr>
          <p:cNvPr id="24" name="Text 22"/>
          <p:cNvSpPr/>
          <p:nvPr/>
        </p:nvSpPr>
        <p:spPr>
          <a:xfrm>
            <a:off x="5394960" y="155448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Verde · Mayoría simple · Confianza alta</a:t>
            </a:r>
            <a:endParaRPr lang="en-US" sz="850"/>
          </a:p>
        </p:txBody>
      </p:sp>
      <p:sp>
        <p:nvSpPr>
          <p:cNvPr id="25" name="Shape 23"/>
          <p:cNvSpPr/>
          <p:nvPr/>
        </p:nvSpPr>
        <p:spPr>
          <a:xfrm>
            <a:off x="5394960" y="1856232"/>
            <a:ext cx="3474720" cy="548640"/>
          </a:xfrm>
          <a:prstGeom prst="rect">
            <a:avLst/>
          </a:prstGeom>
          <a:solidFill>
            <a:srgbClr val="8A6A00"/>
          </a:solidFill>
          <a:ln w="12700">
            <a:solidFill>
              <a:srgbClr val="8A6A00"/>
            </a:solidFill>
            <a:prstDash val="solid"/>
          </a:ln>
          <a:effectLst>
            <a:outerShdw blurRad="889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6" name="Text 24"/>
          <p:cNvSpPr/>
          <p:nvPr/>
        </p:nvSpPr>
        <p:spPr>
          <a:xfrm>
            <a:off x="5394960" y="187452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MEJORABLE</a:t>
            </a:r>
            <a:endParaRPr lang="en-US" sz="1400"/>
          </a:p>
        </p:txBody>
      </p:sp>
      <p:sp>
        <p:nvSpPr>
          <p:cNvPr id="27" name="Text 25"/>
          <p:cNvSpPr/>
          <p:nvPr/>
        </p:nvSpPr>
        <p:spPr>
          <a:xfrm>
            <a:off x="5394960" y="217627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Amarillo · Mayoría simple</a:t>
            </a:r>
            <a:endParaRPr lang="en-US" sz="850"/>
          </a:p>
        </p:txBody>
      </p:sp>
      <p:sp>
        <p:nvSpPr>
          <p:cNvPr id="28" name="Shape 26"/>
          <p:cNvSpPr/>
          <p:nvPr/>
        </p:nvSpPr>
        <p:spPr>
          <a:xfrm>
            <a:off x="5394960" y="2478024"/>
            <a:ext cx="3474720" cy="548640"/>
          </a:xfrm>
          <a:prstGeom prst="rect">
            <a:avLst/>
          </a:prstGeom>
          <a:solidFill>
            <a:srgbClr val="8A1A1A"/>
          </a:solidFill>
          <a:ln w="12700">
            <a:solidFill>
              <a:srgbClr val="8A1A1A"/>
            </a:solidFill>
            <a:prstDash val="solid"/>
          </a:ln>
          <a:effectLst>
            <a:outerShdw blurRad="889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9" name="Text 27"/>
          <p:cNvSpPr/>
          <p:nvPr/>
        </p:nvSpPr>
        <p:spPr>
          <a:xfrm>
            <a:off x="5394960" y="249631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MALO</a:t>
            </a:r>
            <a:endParaRPr lang="en-US" sz="1400"/>
          </a:p>
        </p:txBody>
      </p:sp>
      <p:sp>
        <p:nvSpPr>
          <p:cNvPr id="30" name="Text 28"/>
          <p:cNvSpPr/>
          <p:nvPr/>
        </p:nvSpPr>
        <p:spPr>
          <a:xfrm>
            <a:off x="5394960" y="2798064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Rojo · Mayoría simple</a:t>
            </a:r>
            <a:endParaRPr lang="en-US" sz="850"/>
          </a:p>
        </p:txBody>
      </p:sp>
      <p:sp>
        <p:nvSpPr>
          <p:cNvPr id="31" name="Shape 29"/>
          <p:cNvSpPr/>
          <p:nvPr/>
        </p:nvSpPr>
        <p:spPr>
          <a:xfrm>
            <a:off x="5394960" y="3099816"/>
            <a:ext cx="3474720" cy="548640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  <a:effectLst>
            <a:outerShdw blurRad="889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2" name="Text 30"/>
          <p:cNvSpPr/>
          <p:nvPr/>
        </p:nvSpPr>
        <p:spPr>
          <a:xfrm>
            <a:off x="5394960" y="311810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 OBSERVABLE</a:t>
            </a:r>
            <a:endParaRPr lang="en-US" sz="1400"/>
          </a:p>
        </p:txBody>
      </p:sp>
      <p:sp>
        <p:nvSpPr>
          <p:cNvPr id="33" name="Text 31"/>
          <p:cNvSpPr/>
          <p:nvPr/>
        </p:nvSpPr>
        <p:spPr>
          <a:xfrm>
            <a:off x="5394960" y="3419856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Gris · Sin evidencia suficiente</a:t>
            </a:r>
            <a:endParaRPr lang="en-US" sz="850"/>
          </a:p>
        </p:txBody>
      </p:sp>
      <p:sp>
        <p:nvSpPr>
          <p:cNvPr id="34" name="Shape 32"/>
          <p:cNvSpPr/>
          <p:nvPr/>
        </p:nvSpPr>
        <p:spPr>
          <a:xfrm>
            <a:off x="5394960" y="3749040"/>
            <a:ext cx="3474720" cy="658368"/>
          </a:xfrm>
          <a:prstGeom prst="rect">
            <a:avLst/>
          </a:prstGeom>
          <a:solidFill>
            <a:srgbClr val="3A2A00"/>
          </a:solidFill>
          <a:ln w="12700">
            <a:solidFill>
              <a:srgbClr val="F6AD5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5" name="Text 33"/>
          <p:cNvSpPr/>
          <p:nvPr/>
        </p:nvSpPr>
        <p:spPr>
          <a:xfrm>
            <a:off x="5486400" y="377647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6A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Sheriff Penalty:</a:t>
            </a:r>
            <a:endParaRPr lang="en-US" sz="1000"/>
          </a:p>
        </p:txBody>
      </p:sp>
      <p:sp>
        <p:nvSpPr>
          <p:cNvPr id="36" name="Text 34"/>
          <p:cNvSpPr/>
          <p:nvPr/>
        </p:nvSpPr>
        <p:spPr>
          <a:xfrm>
            <a:off x="5486400" y="4041648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DDB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 &lt;30% verificable → baja automáticamente un nivel de calificación</a:t>
            </a:r>
            <a:endParaRPr lang="en-US" sz="900"/>
          </a:p>
        </p:txBody>
      </p:sp>
      <p:sp>
        <p:nvSpPr>
          <p:cNvPr id="37" name="Shape 35"/>
          <p:cNvSpPr/>
          <p:nvPr/>
        </p:nvSpPr>
        <p:spPr>
          <a:xfrm>
            <a:off x="274320" y="4526280"/>
            <a:ext cx="8595360" cy="237744"/>
          </a:xfrm>
          <a:prstGeom prst="rect">
            <a:avLst/>
          </a:prstGeom>
          <a:solidFill>
            <a:srgbClr val="001A1A"/>
          </a:solidFill>
          <a:ln w="635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8" name="Text 36"/>
          <p:cNvSpPr/>
          <p:nvPr/>
        </p:nvSpPr>
        <p:spPr>
          <a:xfrm>
            <a:off x="365760" y="4526280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control_gastos.csv: timestamp · usuario · archivo · modelo · tokens prompt/cached/completion · coste USD — cada llamada API</a:t>
            </a:r>
            <a:endParaRPr lang="en-US" sz="850"/>
          </a:p>
        </p:txBody>
      </p:sp>
      <p:sp>
        <p:nvSpPr>
          <p:cNvPr id="39" name="Shape 37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060E1A"/>
          </a:solidFill>
          <a:ln w="12700">
            <a:solidFill>
              <a:srgbClr val="060E1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0" name="Text 38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8B9DC3"/>
                </a:solidFill>
              </a:rPr>
              <a:t>CENTAURO · Arquitectura Técnica · OBS Business School · BI Team 2026</a:t>
            </a:r>
            <a:endParaRPr lang="en-US" sz="10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C6E8A5-8DB8-C3C4-D18E-CE8C8D6C0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0532403-3F5D-8978-7743-28A0E1F12957}"/>
              </a:ext>
            </a:extLst>
          </p:cNvPr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3C4A93E-609C-D19E-275C-C2BEBCCD5440}"/>
              </a:ext>
            </a:extLst>
          </p:cNvPr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COSTOS ESTIMADOS</a:t>
            </a:r>
            <a:endParaRPr lang="en-US" sz="2400"/>
          </a:p>
        </p:txBody>
      </p:sp>
      <p:grpSp>
        <p:nvGrpSpPr>
          <p:cNvPr id="36" name="Grupo 35">
            <a:extLst>
              <a:ext uri="{FF2B5EF4-FFF2-40B4-BE49-F238E27FC236}">
                <a16:creationId xmlns:a16="http://schemas.microsoft.com/office/drawing/2014/main" id="{F4CABEE5-CF05-B741-F5C9-550251F3D5F8}"/>
              </a:ext>
            </a:extLst>
          </p:cNvPr>
          <p:cNvGrpSpPr/>
          <p:nvPr/>
        </p:nvGrpSpPr>
        <p:grpSpPr>
          <a:xfrm>
            <a:off x="2270063" y="1087482"/>
            <a:ext cx="4098080" cy="3873137"/>
            <a:chOff x="274320" y="960120"/>
            <a:chExt cx="2743200" cy="1828800"/>
          </a:xfrm>
        </p:grpSpPr>
        <p:sp>
          <p:nvSpPr>
            <p:cNvPr id="4" name="Shape 2">
              <a:extLst>
                <a:ext uri="{FF2B5EF4-FFF2-40B4-BE49-F238E27FC236}">
                  <a16:creationId xmlns:a16="http://schemas.microsoft.com/office/drawing/2014/main" id="{F944AC51-87F7-5213-E8A6-76911A474321}"/>
                </a:ext>
              </a:extLst>
            </p:cNvPr>
            <p:cNvSpPr/>
            <p:nvPr/>
          </p:nvSpPr>
          <p:spPr>
            <a:xfrm>
              <a:off x="274320" y="960120"/>
              <a:ext cx="2743200" cy="18288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2E8F0"/>
              </a:solidFill>
              <a:prstDash val="solid"/>
            </a:ln>
            <a:effectLst>
              <a:outerShdw blurRad="1016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s-ES"/>
            </a:p>
          </p:txBody>
        </p:sp>
        <p:sp>
          <p:nvSpPr>
            <p:cNvPr id="5" name="Shape 3">
              <a:extLst>
                <a:ext uri="{FF2B5EF4-FFF2-40B4-BE49-F238E27FC236}">
                  <a16:creationId xmlns:a16="http://schemas.microsoft.com/office/drawing/2014/main" id="{2133A9D3-26B6-2988-E351-854C6CAF332E}"/>
                </a:ext>
              </a:extLst>
            </p:cNvPr>
            <p:cNvSpPr/>
            <p:nvPr/>
          </p:nvSpPr>
          <p:spPr>
            <a:xfrm>
              <a:off x="274320" y="960120"/>
              <a:ext cx="2743200" cy="64008"/>
            </a:xfrm>
            <a:prstGeom prst="rect">
              <a:avLst/>
            </a:prstGeom>
            <a:solidFill>
              <a:srgbClr val="6366F1"/>
            </a:solidFill>
            <a:ln w="12700">
              <a:solidFill>
                <a:srgbClr val="6366F1"/>
              </a:solidFill>
              <a:prstDash val="solid"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6" name="Text 4">
              <a:extLst>
                <a:ext uri="{FF2B5EF4-FFF2-40B4-BE49-F238E27FC236}">
                  <a16:creationId xmlns:a16="http://schemas.microsoft.com/office/drawing/2014/main" id="{4A13CEAA-58DE-AACC-F667-CD558A08981C}"/>
                </a:ext>
              </a:extLst>
            </p:cNvPr>
            <p:cNvSpPr/>
            <p:nvPr/>
          </p:nvSpPr>
          <p:spPr>
            <a:xfrm>
              <a:off x="411480" y="1097280"/>
              <a:ext cx="54864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endParaRPr lang="en-US" sz="2800"/>
            </a:p>
          </p:txBody>
        </p:sp>
        <p:sp>
          <p:nvSpPr>
            <p:cNvPr id="7" name="Text 5">
              <a:extLst>
                <a:ext uri="{FF2B5EF4-FFF2-40B4-BE49-F238E27FC236}">
                  <a16:creationId xmlns:a16="http://schemas.microsoft.com/office/drawing/2014/main" id="{C4918FD6-DFAD-5C89-A9E3-A50965098E5D}"/>
                </a:ext>
              </a:extLst>
            </p:cNvPr>
            <p:cNvSpPr/>
            <p:nvPr/>
          </p:nvSpPr>
          <p:spPr>
            <a:xfrm>
              <a:off x="1024128" y="1124712"/>
              <a:ext cx="187452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endParaRPr lang="en-US" sz="1300"/>
            </a:p>
          </p:txBody>
        </p:sp>
        <p:sp>
          <p:nvSpPr>
            <p:cNvPr id="8" name="Text 6">
              <a:extLst>
                <a:ext uri="{FF2B5EF4-FFF2-40B4-BE49-F238E27FC236}">
                  <a16:creationId xmlns:a16="http://schemas.microsoft.com/office/drawing/2014/main" id="{63CFFAD8-8FFE-2036-B1D6-36089738A842}"/>
                </a:ext>
              </a:extLst>
            </p:cNvPr>
            <p:cNvSpPr/>
            <p:nvPr/>
          </p:nvSpPr>
          <p:spPr>
            <a:xfrm>
              <a:off x="411480" y="1691640"/>
              <a:ext cx="2487168" cy="9601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endParaRPr lang="en-US" sz="1100"/>
            </a:p>
          </p:txBody>
        </p:sp>
      </p:grpSp>
      <p:pic>
        <p:nvPicPr>
          <p:cNvPr id="35" name="Imagen 34">
            <a:extLst>
              <a:ext uri="{FF2B5EF4-FFF2-40B4-BE49-F238E27FC236}">
                <a16:creationId xmlns:a16="http://schemas.microsoft.com/office/drawing/2014/main" id="{ABEED63A-A9E5-52B4-76DC-9EEDEA92F9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4967" y="1359574"/>
            <a:ext cx="3786151" cy="3464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83305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947F92-A7D6-BEEA-EF23-89E5BA03BB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65AEBA9-A3B2-1ECC-FE54-4597C0B72234}"/>
              </a:ext>
            </a:extLst>
          </p:cNvPr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F697C12-8E9A-5C5C-BF55-42740635C5DF}"/>
              </a:ext>
            </a:extLst>
          </p:cNvPr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ACTUAL Y PRÓXIMOS PASOS</a:t>
            </a:r>
            <a:endParaRPr lang="en-US" sz="240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6173BD6D-B071-A3C6-A903-4932F2BAD7F1}"/>
              </a:ext>
            </a:extLst>
          </p:cNvPr>
          <p:cNvSpPr/>
          <p:nvPr/>
        </p:nvSpPr>
        <p:spPr>
          <a:xfrm>
            <a:off x="274320" y="914400"/>
            <a:ext cx="2743200" cy="4069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07CD2F8C-3C52-B9C7-4F26-74D690023640}"/>
              </a:ext>
            </a:extLst>
          </p:cNvPr>
          <p:cNvSpPr/>
          <p:nvPr/>
        </p:nvSpPr>
        <p:spPr>
          <a:xfrm>
            <a:off x="274320" y="914400"/>
            <a:ext cx="2743200" cy="5943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CE65A88-2309-DE4D-9487-7A4C47A16C22}"/>
              </a:ext>
            </a:extLst>
          </p:cNvPr>
          <p:cNvSpPr/>
          <p:nvPr/>
        </p:nvSpPr>
        <p:spPr>
          <a:xfrm>
            <a:off x="411480" y="950976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 ✅</a:t>
            </a:r>
            <a:endParaRPr lang="en-US" sz="160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90E142B6-FE47-96A4-A509-0125A83D69EA}"/>
              </a:ext>
            </a:extLst>
          </p:cNvPr>
          <p:cNvSpPr/>
          <p:nvPr/>
        </p:nvSpPr>
        <p:spPr>
          <a:xfrm>
            <a:off x="411480" y="1600200"/>
            <a:ext cx="2487168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agentes IA especializados en producción</a:t>
            </a:r>
            <a:endParaRPr lang="en-US" sz="110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Transcripción automática (Whisper / Teams)</a:t>
            </a:r>
            <a:endParaRPr lang="en-US" sz="110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con calificación MALO / MEJORABLE / BUENO</a:t>
            </a:r>
            <a:endParaRPr lang="en-US" sz="110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 con 67 asesores canónicos</a:t>
            </a:r>
            <a:endParaRPr lang="en-US" sz="110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automático con CRM Fabric diario a las 6am</a:t>
            </a:r>
            <a:endParaRPr lang="en-US" sz="110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Chainlit para consultas del JE</a:t>
            </a:r>
            <a:endParaRPr lang="en-US" sz="110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671F4501-1CA6-EA66-F1B8-A9BB5B21FD7D}"/>
              </a:ext>
            </a:extLst>
          </p:cNvPr>
          <p:cNvSpPr/>
          <p:nvPr/>
        </p:nvSpPr>
        <p:spPr>
          <a:xfrm>
            <a:off x="3200400" y="914400"/>
            <a:ext cx="2743200" cy="4069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1D717D1B-501D-BD8B-B2A4-9969CB461709}"/>
              </a:ext>
            </a:extLst>
          </p:cNvPr>
          <p:cNvSpPr/>
          <p:nvPr/>
        </p:nvSpPr>
        <p:spPr>
          <a:xfrm>
            <a:off x="3200400" y="914400"/>
            <a:ext cx="2743200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C6873285-08AC-E8B7-8C78-C4BD03D13A5B}"/>
              </a:ext>
            </a:extLst>
          </p:cNvPr>
          <p:cNvSpPr/>
          <p:nvPr/>
        </p:nvSpPr>
        <p:spPr>
          <a:xfrm>
            <a:off x="3337560" y="950976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 🚀</a:t>
            </a:r>
            <a:endParaRPr lang="en-US" sz="160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1CE947D3-53AE-4474-FCAE-126090762819}"/>
              </a:ext>
            </a:extLst>
          </p:cNvPr>
          <p:cNvSpPr/>
          <p:nvPr/>
        </p:nvSpPr>
        <p:spPr>
          <a:xfrm>
            <a:off x="3337560" y="1600200"/>
            <a:ext cx="2487168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Power BI: KPIs del equipo</a:t>
            </a:r>
            <a:endParaRPr lang="en-US" sz="110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automáticas: asesores en riesgo</a:t>
            </a:r>
            <a:endParaRPr lang="en-US" sz="110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Sesiones de coaching estructuradas con IA</a:t>
            </a:r>
            <a:endParaRPr lang="en-US" sz="110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Comparativa entre asesores y benchmarks</a:t>
            </a:r>
            <a:endParaRPr lang="en-US" sz="110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periódico automatizado</a:t>
            </a:r>
            <a:endParaRPr lang="en-US" sz="110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547A450C-C445-8CCD-236C-790E064660ED}"/>
              </a:ext>
            </a:extLst>
          </p:cNvPr>
          <p:cNvSpPr/>
          <p:nvPr/>
        </p:nvSpPr>
        <p:spPr>
          <a:xfrm>
            <a:off x="6126480" y="914400"/>
            <a:ext cx="2743200" cy="4069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DD7F0DE9-132F-EBA8-F1B0-34CA957CAF9D}"/>
              </a:ext>
            </a:extLst>
          </p:cNvPr>
          <p:cNvSpPr/>
          <p:nvPr/>
        </p:nvSpPr>
        <p:spPr>
          <a:xfrm>
            <a:off x="6126480" y="914400"/>
            <a:ext cx="2743200" cy="594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DA791E78-DF93-648A-5A7F-61EC10575860}"/>
              </a:ext>
            </a:extLst>
          </p:cNvPr>
          <p:cNvSpPr/>
          <p:nvPr/>
        </p:nvSpPr>
        <p:spPr>
          <a:xfrm>
            <a:off x="6263640" y="950976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  🔮</a:t>
            </a:r>
            <a:endParaRPr lang="en-US" sz="160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6C14D1E4-0567-C4C1-C061-229AB442065C}"/>
              </a:ext>
            </a:extLst>
          </p:cNvPr>
          <p:cNvSpPr/>
          <p:nvPr/>
        </p:nvSpPr>
        <p:spPr>
          <a:xfrm>
            <a:off x="6263640" y="1600200"/>
            <a:ext cx="2487168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predictivo: probabilidad de cierre</a:t>
            </a:r>
            <a:endParaRPr lang="en-US" sz="110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de patrones de top asesores</a:t>
            </a:r>
            <a:endParaRPr lang="en-US" sz="110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Recomendaciones en tiempo real</a:t>
            </a:r>
            <a:endParaRPr lang="en-US" sz="110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de App Web con </a:t>
            </a:r>
            <a:r>
              <a:rPr lang="en-US" sz="110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</a:t>
            </a: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las </a:t>
            </a:r>
            <a:r>
              <a:rPr lang="en-US" sz="110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funcionalidades</a:t>
            </a: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integradas</a:t>
            </a: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33228095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0DF087-6FE7-DA0F-C923-A22EB51B80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796D204-0891-DB4D-F47A-8F3DFBB4B808}"/>
              </a:ext>
            </a:extLst>
          </p:cNvPr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42DD1E4-2D93-6599-981B-B48A0F18CDC4}"/>
              </a:ext>
            </a:extLst>
          </p:cNvPr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ACTUAL Y PRÓXIMOS PASOS</a:t>
            </a:r>
            <a:endParaRPr lang="en-US" sz="240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0297DE2-7B72-81DB-6DEB-03E52ED09E1D}"/>
              </a:ext>
            </a:extLst>
          </p:cNvPr>
          <p:cNvSpPr/>
          <p:nvPr/>
        </p:nvSpPr>
        <p:spPr>
          <a:xfrm>
            <a:off x="274320" y="914400"/>
            <a:ext cx="2743200" cy="4069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E8AF445E-15C6-A5BD-A1FD-9C6846F4FC97}"/>
              </a:ext>
            </a:extLst>
          </p:cNvPr>
          <p:cNvSpPr/>
          <p:nvPr/>
        </p:nvSpPr>
        <p:spPr>
          <a:xfrm>
            <a:off x="274320" y="914400"/>
            <a:ext cx="2743200" cy="5943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BB5E7CE-8BF6-AA22-0617-54710AFA2F93}"/>
              </a:ext>
            </a:extLst>
          </p:cNvPr>
          <p:cNvSpPr/>
          <p:nvPr/>
        </p:nvSpPr>
        <p:spPr>
          <a:xfrm>
            <a:off x="411480" y="950976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 ✅</a:t>
            </a:r>
            <a:endParaRPr lang="en-US" sz="160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74A2BC17-D403-DDAE-7650-00AD5EFF383D}"/>
              </a:ext>
            </a:extLst>
          </p:cNvPr>
          <p:cNvSpPr/>
          <p:nvPr/>
        </p:nvSpPr>
        <p:spPr>
          <a:xfrm>
            <a:off x="411480" y="1600200"/>
            <a:ext cx="2487168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agentes IA especializados en producción</a:t>
            </a:r>
            <a:endParaRPr lang="en-US" sz="110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Transcripción automática (Whisper / Teams)</a:t>
            </a:r>
            <a:endParaRPr lang="en-US" sz="110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con calificación MALO / MEJORABLE / BUENO</a:t>
            </a:r>
            <a:endParaRPr lang="en-US" sz="110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 con 67 asesores canónicos</a:t>
            </a:r>
            <a:endParaRPr lang="en-US" sz="110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automático con CRM Fabric diario a las 6am</a:t>
            </a:r>
            <a:endParaRPr lang="en-US" sz="110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Chainlit para consultas del manager</a:t>
            </a:r>
            <a:endParaRPr lang="en-US" sz="110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F04A2647-B2DE-1536-E7E2-3BF152A1E8E1}"/>
              </a:ext>
            </a:extLst>
          </p:cNvPr>
          <p:cNvSpPr/>
          <p:nvPr/>
        </p:nvSpPr>
        <p:spPr>
          <a:xfrm>
            <a:off x="3200400" y="914400"/>
            <a:ext cx="2743200" cy="4069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62D204BD-C6F3-18E9-18E6-1015E727BB4E}"/>
              </a:ext>
            </a:extLst>
          </p:cNvPr>
          <p:cNvSpPr/>
          <p:nvPr/>
        </p:nvSpPr>
        <p:spPr>
          <a:xfrm>
            <a:off x="3200400" y="914400"/>
            <a:ext cx="2743200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BF69B958-4BBA-89E2-C4A0-A16FDECC15E8}"/>
              </a:ext>
            </a:extLst>
          </p:cNvPr>
          <p:cNvSpPr/>
          <p:nvPr/>
        </p:nvSpPr>
        <p:spPr>
          <a:xfrm>
            <a:off x="3337560" y="950976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 🚀</a:t>
            </a:r>
            <a:endParaRPr lang="en-US" sz="160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10DF2555-9B6F-BFC9-7EED-895B145A33FF}"/>
              </a:ext>
            </a:extLst>
          </p:cNvPr>
          <p:cNvSpPr/>
          <p:nvPr/>
        </p:nvSpPr>
        <p:spPr>
          <a:xfrm>
            <a:off x="3337560" y="1600200"/>
            <a:ext cx="2487168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Power BI: KPIs del equipo</a:t>
            </a:r>
            <a:endParaRPr lang="en-US" sz="110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automáticas: asesores en riesgo</a:t>
            </a:r>
            <a:endParaRPr lang="en-US" sz="110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Sesiones de coaching estructuradas con IA</a:t>
            </a:r>
            <a:endParaRPr lang="en-US" sz="110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Comparativa entre asesores y benchmarks</a:t>
            </a:r>
            <a:endParaRPr lang="en-US" sz="110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periódico automatizado</a:t>
            </a:r>
            <a:endParaRPr lang="en-US" sz="110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37CB6698-B3DD-97D8-A8FB-09052F2C903C}"/>
              </a:ext>
            </a:extLst>
          </p:cNvPr>
          <p:cNvSpPr/>
          <p:nvPr/>
        </p:nvSpPr>
        <p:spPr>
          <a:xfrm>
            <a:off x="6126480" y="914400"/>
            <a:ext cx="2743200" cy="4069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A124067F-6E09-99E0-D779-C680361DABF8}"/>
              </a:ext>
            </a:extLst>
          </p:cNvPr>
          <p:cNvSpPr/>
          <p:nvPr/>
        </p:nvSpPr>
        <p:spPr>
          <a:xfrm>
            <a:off x="6126480" y="914400"/>
            <a:ext cx="2743200" cy="594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4392D182-0101-280B-FC74-0DF4D89F641B}"/>
              </a:ext>
            </a:extLst>
          </p:cNvPr>
          <p:cNvSpPr/>
          <p:nvPr/>
        </p:nvSpPr>
        <p:spPr>
          <a:xfrm>
            <a:off x="6263640" y="950976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  🔮</a:t>
            </a:r>
            <a:endParaRPr lang="en-US" sz="160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3DB58184-015E-DDC8-F490-A32143773C95}"/>
              </a:ext>
            </a:extLst>
          </p:cNvPr>
          <p:cNvSpPr/>
          <p:nvPr/>
        </p:nvSpPr>
        <p:spPr>
          <a:xfrm>
            <a:off x="6263640" y="1600200"/>
            <a:ext cx="2487168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predictivo: probabilidad de cierre</a:t>
            </a:r>
            <a:endParaRPr lang="en-US" sz="110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de patrones de top asesores</a:t>
            </a:r>
            <a:endParaRPr lang="en-US" sz="110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Recomendaciones en tiempo real</a:t>
            </a:r>
            <a:endParaRPr lang="en-US" sz="110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de App Web con </a:t>
            </a:r>
            <a:r>
              <a:rPr lang="en-US" sz="110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</a:t>
            </a: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las </a:t>
            </a:r>
            <a:r>
              <a:rPr lang="en-US" sz="110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funcionalidades</a:t>
            </a: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integradas</a:t>
            </a: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80726958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13F283-E717-A158-C9C3-546D7A1B4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BC82938-73F5-16D4-EB85-8CFF240CE59F}"/>
              </a:ext>
            </a:extLst>
          </p:cNvPr>
          <p:cNvSpPr/>
          <p:nvPr/>
        </p:nvSpPr>
        <p:spPr>
          <a:xfrm>
            <a:off x="-1645920" y="-1371600"/>
            <a:ext cx="5943600" cy="594360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BCA2244-C07E-F4D4-EE6A-AB8192111EDB}"/>
              </a:ext>
            </a:extLst>
          </p:cNvPr>
          <p:cNvSpPr/>
          <p:nvPr/>
        </p:nvSpPr>
        <p:spPr>
          <a:xfrm>
            <a:off x="6400800" y="1828800"/>
            <a:ext cx="5029200" cy="5029200"/>
          </a:xfrm>
          <a:prstGeom prst="ellipse">
            <a:avLst/>
          </a:prstGeom>
          <a:solidFill>
            <a:srgbClr val="7C3AED">
              <a:alpha val="10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DD898CD-F26F-12D3-1217-7B15F2B40E95}"/>
              </a:ext>
            </a:extLst>
          </p:cNvPr>
          <p:cNvSpPr/>
          <p:nvPr/>
        </p:nvSpPr>
        <p:spPr>
          <a:xfrm>
            <a:off x="731520" y="594360"/>
            <a:ext cx="7680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talento comercial ya</a:t>
            </a:r>
            <a:endParaRPr lang="en-US" sz="4000"/>
          </a:p>
          <a:p>
            <a:pPr marL="0" indent="0" algn="ctr">
              <a:buNone/>
            </a:pPr>
            <a:r>
              <a:rPr lang="en-US" sz="4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desarrolla a ciegas.</a:t>
            </a:r>
            <a:endParaRPr lang="en-US" sz="40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E2CEA5D8-A573-5BF6-B7C3-3D1EAFAAC0FA}"/>
              </a:ext>
            </a:extLst>
          </p:cNvPr>
          <p:cNvSpPr/>
          <p:nvPr/>
        </p:nvSpPr>
        <p:spPr>
          <a:xfrm>
            <a:off x="1828800" y="2331720"/>
            <a:ext cx="54864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0603A66-11D5-A731-D72F-F81901081E01}"/>
              </a:ext>
            </a:extLst>
          </p:cNvPr>
          <p:cNvSpPr/>
          <p:nvPr/>
        </p:nvSpPr>
        <p:spPr>
          <a:xfrm>
            <a:off x="914400" y="2487168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i="1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Centauro convierte cada llamada en un activo de aprendizaje,</a:t>
            </a:r>
            <a:endParaRPr lang="en-US" sz="1700"/>
          </a:p>
          <a:p>
            <a:pPr marL="0" indent="0" algn="ctr">
              <a:buNone/>
            </a:pPr>
            <a:r>
              <a:rPr lang="en-US" sz="1700" i="1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IA especializada y datos conectados al negocio.</a:t>
            </a:r>
            <a:endParaRPr lang="en-US" sz="17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3604632E-9369-DA56-8848-C6AF0B93730E}"/>
              </a:ext>
            </a:extLst>
          </p:cNvPr>
          <p:cNvSpPr/>
          <p:nvPr/>
        </p:nvSpPr>
        <p:spPr>
          <a:xfrm>
            <a:off x="2834640" y="3520440"/>
            <a:ext cx="3474720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77800" dist="508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35837ABD-22ED-C3AD-3548-86CC17753F19}"/>
              </a:ext>
            </a:extLst>
          </p:cNvPr>
          <p:cNvSpPr/>
          <p:nvPr/>
        </p:nvSpPr>
        <p:spPr>
          <a:xfrm>
            <a:off x="2834640" y="3547872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</a:t>
            </a:r>
            <a:r>
              <a:rPr lang="en-US" sz="1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GRACIAS!</a:t>
            </a:r>
            <a:endParaRPr lang="en-US" sz="18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81575B8C-43A1-E545-DE6B-017CB6B2F47C}"/>
              </a:ext>
            </a:extLst>
          </p:cNvPr>
          <p:cNvSpPr/>
          <p:nvPr/>
        </p:nvSpPr>
        <p:spPr>
          <a:xfrm>
            <a:off x="457200" y="47091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 Team · Grupo Planeta</a:t>
            </a: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53860060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003568C0-50C3-DBDF-9342-49BA09CEE084}"/>
              </a:ext>
            </a:extLst>
          </p:cNvPr>
          <p:cNvSpPr txBox="1"/>
          <p:nvPr/>
        </p:nvSpPr>
        <p:spPr>
          <a:xfrm>
            <a:off x="1492469" y="1397876"/>
            <a:ext cx="15575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/>
              <a:t>VERSION TECH</a:t>
            </a:r>
          </a:p>
        </p:txBody>
      </p:sp>
    </p:spTree>
    <p:extLst>
      <p:ext uri="{BB962C8B-B14F-4D97-AF65-F5344CB8AC3E}">
        <p14:creationId xmlns:p14="http://schemas.microsoft.com/office/powerpoint/2010/main" val="288580719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502920" y="1005840"/>
            <a:ext cx="64008" cy="237744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777240" y="100584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kern="0" spc="80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CENTAURO</a:t>
            </a:r>
            <a:endParaRPr lang="en-US" sz="600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Evaluación Inteligente de Ventas</a:t>
            </a:r>
            <a:endParaRPr lang="en-US" sz="200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Técnica · Pipeline Completo · Modelos LLM · Seguridad</a:t>
            </a:r>
            <a:endParaRPr lang="en-US" sz="1300"/>
          </a:p>
        </p:txBody>
      </p:sp>
      <p:sp>
        <p:nvSpPr>
          <p:cNvPr id="7" name="Shape 5"/>
          <p:cNvSpPr/>
          <p:nvPr/>
        </p:nvSpPr>
        <p:spPr>
          <a:xfrm>
            <a:off x="777240" y="3200400"/>
            <a:ext cx="1828800" cy="1097280"/>
          </a:xfrm>
          <a:prstGeom prst="rect">
            <a:avLst/>
          </a:prstGeom>
          <a:solidFill>
            <a:srgbClr val="112240"/>
          </a:solidFill>
          <a:ln w="12700">
            <a:solidFill>
              <a:srgbClr val="00C8FF"/>
            </a:solidFill>
            <a:prstDash val="solid"/>
          </a:ln>
          <a:effectLst>
            <a:outerShdw blurRad="889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777240" y="3227832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>
                <a:solidFill>
                  <a:srgbClr val="00C8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3600"/>
          </a:p>
        </p:txBody>
      </p:sp>
      <p:sp>
        <p:nvSpPr>
          <p:cNvPr id="9" name="Text 7"/>
          <p:cNvSpPr/>
          <p:nvPr/>
        </p:nvSpPr>
        <p:spPr>
          <a:xfrm>
            <a:off x="777240" y="38221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Agentes IA</a:t>
            </a:r>
            <a:endParaRPr lang="en-US" sz="1100"/>
          </a:p>
        </p:txBody>
      </p:sp>
      <p:sp>
        <p:nvSpPr>
          <p:cNvPr id="10" name="Shape 8"/>
          <p:cNvSpPr/>
          <p:nvPr/>
        </p:nvSpPr>
        <p:spPr>
          <a:xfrm>
            <a:off x="2788920" y="3200400"/>
            <a:ext cx="1828800" cy="1097280"/>
          </a:xfrm>
          <a:prstGeom prst="rect">
            <a:avLst/>
          </a:prstGeom>
          <a:solidFill>
            <a:srgbClr val="112240"/>
          </a:solidFill>
          <a:ln w="12700">
            <a:solidFill>
              <a:srgbClr val="00C8FF"/>
            </a:solidFill>
            <a:prstDash val="solid"/>
          </a:ln>
          <a:effectLst>
            <a:outerShdw blurRad="889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2788920" y="3227832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>
                <a:solidFill>
                  <a:srgbClr val="00C8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3600"/>
          </a:p>
        </p:txBody>
      </p:sp>
      <p:sp>
        <p:nvSpPr>
          <p:cNvPr id="12" name="Text 10"/>
          <p:cNvSpPr/>
          <p:nvPr/>
        </p:nvSpPr>
        <p:spPr>
          <a:xfrm>
            <a:off x="2788920" y="38221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Colecciones RAG</a:t>
            </a:r>
            <a:endParaRPr lang="en-US" sz="1100"/>
          </a:p>
        </p:txBody>
      </p:sp>
      <p:sp>
        <p:nvSpPr>
          <p:cNvPr id="13" name="Shape 11"/>
          <p:cNvSpPr/>
          <p:nvPr/>
        </p:nvSpPr>
        <p:spPr>
          <a:xfrm>
            <a:off x="4800600" y="3200400"/>
            <a:ext cx="1828800" cy="1097280"/>
          </a:xfrm>
          <a:prstGeom prst="rect">
            <a:avLst/>
          </a:prstGeom>
          <a:solidFill>
            <a:srgbClr val="112240"/>
          </a:solidFill>
          <a:ln w="12700">
            <a:solidFill>
              <a:srgbClr val="00C8FF"/>
            </a:solidFill>
            <a:prstDash val="solid"/>
          </a:ln>
          <a:effectLst>
            <a:outerShdw blurRad="889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4800600" y="3227832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>
                <a:solidFill>
                  <a:srgbClr val="00C8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3600"/>
          </a:p>
        </p:txBody>
      </p:sp>
      <p:sp>
        <p:nvSpPr>
          <p:cNvPr id="15" name="Text 13"/>
          <p:cNvSpPr/>
          <p:nvPr/>
        </p:nvSpPr>
        <p:spPr>
          <a:xfrm>
            <a:off x="4800600" y="38221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LLM</a:t>
            </a:r>
            <a:endParaRPr lang="en-US" sz="1100"/>
          </a:p>
        </p:txBody>
      </p:sp>
      <p:sp>
        <p:nvSpPr>
          <p:cNvPr id="16" name="Shape 14"/>
          <p:cNvSpPr/>
          <p:nvPr/>
        </p:nvSpPr>
        <p:spPr>
          <a:xfrm>
            <a:off x="6812280" y="3200400"/>
            <a:ext cx="1828800" cy="1097280"/>
          </a:xfrm>
          <a:prstGeom prst="rect">
            <a:avLst/>
          </a:prstGeom>
          <a:solidFill>
            <a:srgbClr val="112240"/>
          </a:solidFill>
          <a:ln w="12700">
            <a:solidFill>
              <a:srgbClr val="00C8FF"/>
            </a:solidFill>
            <a:prstDash val="solid"/>
          </a:ln>
          <a:effectLst>
            <a:outerShdw blurRad="889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6812280" y="3227832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>
                <a:solidFill>
                  <a:srgbClr val="00C8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3600"/>
          </a:p>
        </p:txBody>
      </p:sp>
      <p:sp>
        <p:nvSpPr>
          <p:cNvPr id="18" name="Text 16"/>
          <p:cNvSpPr/>
          <p:nvPr/>
        </p:nvSpPr>
        <p:spPr>
          <a:xfrm>
            <a:off x="6812280" y="38221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Capas Seguridad</a:t>
            </a:r>
            <a:endParaRPr lang="en-US" sz="1100"/>
          </a:p>
        </p:txBody>
      </p:sp>
      <p:sp>
        <p:nvSpPr>
          <p:cNvPr id="19" name="Shape 17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060E1A"/>
          </a:solidFill>
          <a:ln w="12700">
            <a:solidFill>
              <a:srgbClr val="060E1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8B9DC3"/>
                </a:solidFill>
              </a:rPr>
              <a:t>OBS Business School · BI Team · Abril 2026</a:t>
            </a:r>
            <a:endParaRPr lang="en-US" sz="11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4572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686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kern="0" spc="20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PIPELINE COMPLETO · De la grabación al reporte</a:t>
            </a:r>
            <a:endParaRPr lang="en-US" sz="2100"/>
          </a:p>
        </p:txBody>
      </p:sp>
      <p:sp>
        <p:nvSpPr>
          <p:cNvPr id="5" name="Shape 3"/>
          <p:cNvSpPr/>
          <p:nvPr/>
        </p:nvSpPr>
        <p:spPr>
          <a:xfrm>
            <a:off x="164592" y="914400"/>
            <a:ext cx="1298448" cy="1417320"/>
          </a:xfrm>
          <a:prstGeom prst="rect">
            <a:avLst/>
          </a:prstGeom>
          <a:solidFill>
            <a:srgbClr val="1A3A8C"/>
          </a:solidFill>
          <a:ln w="12700">
            <a:solidFill>
              <a:srgbClr val="00C8FF"/>
            </a:solidFill>
            <a:prstDash val="solid"/>
          </a:ln>
          <a:effectLst>
            <a:outerShdw blurRad="889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164592" y="960120"/>
            <a:ext cx="12984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AUDIO</a:t>
            </a:r>
            <a:endParaRPr lang="en-US" sz="1300"/>
          </a:p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MP4/MP3</a:t>
            </a:r>
            <a:endParaRPr lang="en-US" sz="1300"/>
          </a:p>
        </p:txBody>
      </p:sp>
      <p:sp>
        <p:nvSpPr>
          <p:cNvPr id="7" name="Text 5"/>
          <p:cNvSpPr/>
          <p:nvPr/>
        </p:nvSpPr>
        <p:spPr>
          <a:xfrm>
            <a:off x="164592" y="1645920"/>
            <a:ext cx="12984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BB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inputs/audios/</a:t>
            </a:r>
            <a:endParaRPr lang="en-US" sz="850"/>
          </a:p>
          <a:p>
            <a:pPr marL="0" indent="0" algn="ctr">
              <a:buNone/>
            </a:pPr>
            <a:r>
              <a:rPr lang="en-US" sz="850">
                <a:solidFill>
                  <a:srgbClr val="BB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Chainlit upload</a:t>
            </a:r>
            <a:endParaRPr lang="en-US" sz="850"/>
          </a:p>
        </p:txBody>
      </p:sp>
      <p:sp>
        <p:nvSpPr>
          <p:cNvPr id="8" name="Text 6"/>
          <p:cNvSpPr/>
          <p:nvPr/>
        </p:nvSpPr>
        <p:spPr>
          <a:xfrm>
            <a:off x="1481328" y="1463040"/>
            <a:ext cx="146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>
                <a:solidFill>
                  <a:srgbClr val="8B9DC3"/>
                </a:solidFill>
              </a:rPr>
              <a:t>▶</a:t>
            </a:r>
            <a:endParaRPr lang="en-US" sz="1300"/>
          </a:p>
        </p:txBody>
      </p:sp>
      <p:sp>
        <p:nvSpPr>
          <p:cNvPr id="9" name="Shape 7"/>
          <p:cNvSpPr/>
          <p:nvPr/>
        </p:nvSpPr>
        <p:spPr>
          <a:xfrm>
            <a:off x="1645920" y="914400"/>
            <a:ext cx="1298448" cy="1417320"/>
          </a:xfrm>
          <a:prstGeom prst="rect">
            <a:avLst/>
          </a:prstGeom>
          <a:solidFill>
            <a:srgbClr val="1A6B4A"/>
          </a:solidFill>
          <a:ln w="12700">
            <a:solidFill>
              <a:srgbClr val="00C8FF"/>
            </a:solidFill>
            <a:prstDash val="solid"/>
          </a:ln>
          <a:effectLst>
            <a:outerShdw blurRad="889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1645920" y="960120"/>
            <a:ext cx="12984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ASSEMBLY</a:t>
            </a:r>
            <a:endParaRPr lang="en-US" sz="1300"/>
          </a:p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</a:t>
            </a:r>
            <a:endParaRPr lang="en-US" sz="1300"/>
          </a:p>
        </p:txBody>
      </p:sp>
      <p:sp>
        <p:nvSpPr>
          <p:cNvPr id="11" name="Text 9"/>
          <p:cNvSpPr/>
          <p:nvPr/>
        </p:nvSpPr>
        <p:spPr>
          <a:xfrm>
            <a:off x="1645920" y="1645920"/>
            <a:ext cx="12984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BB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universal-3-pro</a:t>
            </a:r>
            <a:endParaRPr lang="en-US" sz="850"/>
          </a:p>
          <a:p>
            <a:pPr marL="0" indent="0" algn="ctr">
              <a:buNone/>
            </a:pPr>
            <a:r>
              <a:rPr lang="en-US" sz="850">
                <a:solidFill>
                  <a:srgbClr val="BB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Diarización nativa</a:t>
            </a:r>
            <a:endParaRPr lang="en-US" sz="850"/>
          </a:p>
        </p:txBody>
      </p:sp>
      <p:sp>
        <p:nvSpPr>
          <p:cNvPr id="12" name="Text 10"/>
          <p:cNvSpPr/>
          <p:nvPr/>
        </p:nvSpPr>
        <p:spPr>
          <a:xfrm>
            <a:off x="2962656" y="1463040"/>
            <a:ext cx="146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>
                <a:solidFill>
                  <a:srgbClr val="8B9DC3"/>
                </a:solidFill>
              </a:rPr>
              <a:t>▶</a:t>
            </a:r>
            <a:endParaRPr lang="en-US" sz="1300"/>
          </a:p>
        </p:txBody>
      </p:sp>
      <p:sp>
        <p:nvSpPr>
          <p:cNvPr id="13" name="Shape 11"/>
          <p:cNvSpPr/>
          <p:nvPr/>
        </p:nvSpPr>
        <p:spPr>
          <a:xfrm>
            <a:off x="3127248" y="914400"/>
            <a:ext cx="1298448" cy="1417320"/>
          </a:xfrm>
          <a:prstGeom prst="rect">
            <a:avLst/>
          </a:prstGeom>
          <a:solidFill>
            <a:srgbClr val="5A2A8B"/>
          </a:solidFill>
          <a:ln w="12700">
            <a:solidFill>
              <a:srgbClr val="00C8FF"/>
            </a:solidFill>
            <a:prstDash val="solid"/>
          </a:ln>
          <a:effectLst>
            <a:outerShdw blurRad="889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3127248" y="960120"/>
            <a:ext cx="12984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DIARI-</a:t>
            </a:r>
            <a:endParaRPr lang="en-US" sz="1300"/>
          </a:p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ZACIÓN</a:t>
            </a:r>
            <a:endParaRPr lang="en-US" sz="1300"/>
          </a:p>
        </p:txBody>
      </p:sp>
      <p:sp>
        <p:nvSpPr>
          <p:cNvPr id="15" name="Text 13"/>
          <p:cNvSpPr/>
          <p:nvPr/>
        </p:nvSpPr>
        <p:spPr>
          <a:xfrm>
            <a:off x="3127248" y="1645920"/>
            <a:ext cx="12984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BB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DiarizationAgent</a:t>
            </a:r>
            <a:endParaRPr lang="en-US" sz="850"/>
          </a:p>
          <a:p>
            <a:pPr marL="0" indent="0" algn="ctr">
              <a:buNone/>
            </a:pPr>
            <a:r>
              <a:rPr lang="en-US" sz="850">
                <a:solidFill>
                  <a:srgbClr val="BB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ASESOR vs LEAD</a:t>
            </a:r>
            <a:endParaRPr lang="en-US" sz="850"/>
          </a:p>
        </p:txBody>
      </p:sp>
      <p:sp>
        <p:nvSpPr>
          <p:cNvPr id="16" name="Text 14"/>
          <p:cNvSpPr/>
          <p:nvPr/>
        </p:nvSpPr>
        <p:spPr>
          <a:xfrm>
            <a:off x="4443984" y="1463040"/>
            <a:ext cx="146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>
                <a:solidFill>
                  <a:srgbClr val="8B9DC3"/>
                </a:solidFill>
              </a:rPr>
              <a:t>▶</a:t>
            </a:r>
            <a:endParaRPr lang="en-US" sz="1300"/>
          </a:p>
        </p:txBody>
      </p:sp>
      <p:sp>
        <p:nvSpPr>
          <p:cNvPr id="17" name="Shape 15"/>
          <p:cNvSpPr/>
          <p:nvPr/>
        </p:nvSpPr>
        <p:spPr>
          <a:xfrm>
            <a:off x="4608576" y="914400"/>
            <a:ext cx="1298448" cy="1417320"/>
          </a:xfrm>
          <a:prstGeom prst="rect">
            <a:avLst/>
          </a:prstGeom>
          <a:solidFill>
            <a:srgbClr val="7A4000"/>
          </a:solidFill>
          <a:ln w="12700">
            <a:solidFill>
              <a:srgbClr val="00C8FF"/>
            </a:solidFill>
            <a:prstDash val="solid"/>
          </a:ln>
          <a:effectLst>
            <a:outerShdw blurRad="889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4608576" y="960120"/>
            <a:ext cx="12984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ANÁLISIS</a:t>
            </a:r>
            <a:endParaRPr lang="en-US" sz="1300"/>
          </a:p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RAG</a:t>
            </a:r>
            <a:endParaRPr lang="en-US" sz="1300"/>
          </a:p>
        </p:txBody>
      </p:sp>
      <p:sp>
        <p:nvSpPr>
          <p:cNvPr id="19" name="Text 17"/>
          <p:cNvSpPr/>
          <p:nvPr/>
        </p:nvSpPr>
        <p:spPr>
          <a:xfrm>
            <a:off x="4608576" y="1645920"/>
            <a:ext cx="12984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BB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Temas + Lead</a:t>
            </a:r>
            <a:endParaRPr lang="en-US" sz="850"/>
          </a:p>
          <a:p>
            <a:pPr marL="0" indent="0" algn="ctr">
              <a:buNone/>
            </a:pPr>
            <a:r>
              <a:rPr lang="en-US" sz="850">
                <a:solidFill>
                  <a:srgbClr val="BB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gpt-4o-mini</a:t>
            </a:r>
            <a:endParaRPr lang="en-US" sz="850"/>
          </a:p>
        </p:txBody>
      </p:sp>
      <p:sp>
        <p:nvSpPr>
          <p:cNvPr id="20" name="Text 18"/>
          <p:cNvSpPr/>
          <p:nvPr/>
        </p:nvSpPr>
        <p:spPr>
          <a:xfrm>
            <a:off x="5925312" y="1463040"/>
            <a:ext cx="146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>
                <a:solidFill>
                  <a:srgbClr val="8B9DC3"/>
                </a:solidFill>
              </a:rPr>
              <a:t>▶</a:t>
            </a:r>
            <a:endParaRPr lang="en-US" sz="1300"/>
          </a:p>
        </p:txBody>
      </p:sp>
      <p:sp>
        <p:nvSpPr>
          <p:cNvPr id="21" name="Shape 19"/>
          <p:cNvSpPr/>
          <p:nvPr/>
        </p:nvSpPr>
        <p:spPr>
          <a:xfrm>
            <a:off x="6089904" y="914400"/>
            <a:ext cx="1298448" cy="1417320"/>
          </a:xfrm>
          <a:prstGeom prst="rect">
            <a:avLst/>
          </a:prstGeom>
          <a:solidFill>
            <a:srgbClr val="8B0000"/>
          </a:solidFill>
          <a:ln w="12700">
            <a:solidFill>
              <a:srgbClr val="00C8FF"/>
            </a:solidFill>
            <a:prstDash val="solid"/>
          </a:ln>
          <a:effectLst>
            <a:outerShdw blurRad="889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6089904" y="960120"/>
            <a:ext cx="12984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 AGENTES</a:t>
            </a:r>
            <a:endParaRPr lang="en-US" sz="1300"/>
          </a:p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IA</a:t>
            </a:r>
            <a:endParaRPr lang="en-US" sz="1300"/>
          </a:p>
        </p:txBody>
      </p:sp>
      <p:sp>
        <p:nvSpPr>
          <p:cNvPr id="23" name="Text 21"/>
          <p:cNvSpPr/>
          <p:nvPr/>
        </p:nvSpPr>
        <p:spPr>
          <a:xfrm>
            <a:off x="6089904" y="1645920"/>
            <a:ext cx="12984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BB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gpt-5-mini</a:t>
            </a:r>
            <a:endParaRPr lang="en-US" sz="850"/>
          </a:p>
          <a:p>
            <a:pPr marL="0" indent="0" algn="ctr">
              <a:buNone/>
            </a:pPr>
            <a:r>
              <a:rPr lang="en-US" sz="850">
                <a:solidFill>
                  <a:srgbClr val="BB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Híbrido 4+2</a:t>
            </a:r>
            <a:endParaRPr lang="en-US" sz="850"/>
          </a:p>
        </p:txBody>
      </p:sp>
      <p:sp>
        <p:nvSpPr>
          <p:cNvPr id="24" name="Text 22"/>
          <p:cNvSpPr/>
          <p:nvPr/>
        </p:nvSpPr>
        <p:spPr>
          <a:xfrm>
            <a:off x="7406640" y="1463040"/>
            <a:ext cx="146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>
                <a:solidFill>
                  <a:srgbClr val="8B9DC3"/>
                </a:solidFill>
              </a:rPr>
              <a:t>▶</a:t>
            </a:r>
            <a:endParaRPr lang="en-US" sz="1300"/>
          </a:p>
        </p:txBody>
      </p:sp>
      <p:sp>
        <p:nvSpPr>
          <p:cNvPr id="25" name="Shape 23"/>
          <p:cNvSpPr/>
          <p:nvPr/>
        </p:nvSpPr>
        <p:spPr>
          <a:xfrm>
            <a:off x="7571232" y="914400"/>
            <a:ext cx="1298448" cy="1417320"/>
          </a:xfrm>
          <a:prstGeom prst="rect">
            <a:avLst/>
          </a:prstGeom>
          <a:solidFill>
            <a:srgbClr val="005A8B"/>
          </a:solidFill>
          <a:ln w="12700">
            <a:solidFill>
              <a:srgbClr val="00C8FF"/>
            </a:solidFill>
            <a:prstDash val="solid"/>
          </a:ln>
          <a:effectLst>
            <a:outerShdw blurRad="889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6" name="Text 24"/>
          <p:cNvSpPr/>
          <p:nvPr/>
        </p:nvSpPr>
        <p:spPr>
          <a:xfrm>
            <a:off x="7571232" y="960120"/>
            <a:ext cx="12984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REPORTE</a:t>
            </a:r>
            <a:endParaRPr lang="en-US" sz="1300"/>
          </a:p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PDF</a:t>
            </a:r>
            <a:endParaRPr lang="en-US" sz="1300"/>
          </a:p>
        </p:txBody>
      </p:sp>
      <p:sp>
        <p:nvSpPr>
          <p:cNvPr id="27" name="Text 25"/>
          <p:cNvSpPr/>
          <p:nvPr/>
        </p:nvSpPr>
        <p:spPr>
          <a:xfrm>
            <a:off x="7571232" y="1645920"/>
            <a:ext cx="12984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BB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FPDF · Supabase</a:t>
            </a:r>
            <a:endParaRPr lang="en-US" sz="850"/>
          </a:p>
          <a:p>
            <a:pPr marL="0" indent="0" algn="ctr">
              <a:buNone/>
            </a:pPr>
            <a:r>
              <a:rPr lang="en-US" sz="850">
                <a:solidFill>
                  <a:srgbClr val="BB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ModernReport</a:t>
            </a:r>
            <a:endParaRPr lang="en-US" sz="850"/>
          </a:p>
        </p:txBody>
      </p:sp>
      <p:sp>
        <p:nvSpPr>
          <p:cNvPr id="28" name="Text 26"/>
          <p:cNvSpPr/>
          <p:nvPr/>
        </p:nvSpPr>
        <p:spPr>
          <a:xfrm>
            <a:off x="274320" y="248716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INFRAESTRUCTURA DE SOPORTE</a:t>
            </a:r>
            <a:endParaRPr lang="en-US" sz="1000"/>
          </a:p>
        </p:txBody>
      </p:sp>
      <p:sp>
        <p:nvSpPr>
          <p:cNvPr id="29" name="Shape 27"/>
          <p:cNvSpPr/>
          <p:nvPr/>
        </p:nvSpPr>
        <p:spPr>
          <a:xfrm>
            <a:off x="164592" y="2788920"/>
            <a:ext cx="2057400" cy="1005840"/>
          </a:xfrm>
          <a:prstGeom prst="rect">
            <a:avLst/>
          </a:prstGeom>
          <a:solidFill>
            <a:srgbClr val="0D2A5A"/>
          </a:solidFill>
          <a:ln w="6350">
            <a:solidFill>
              <a:srgbClr val="8B9DC3"/>
            </a:solidFill>
            <a:prstDash val="solid"/>
          </a:ln>
          <a:effectLst>
            <a:outerShdw blurRad="889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0" name="Text 28"/>
          <p:cNvSpPr/>
          <p:nvPr/>
        </p:nvSpPr>
        <p:spPr>
          <a:xfrm>
            <a:off x="164592" y="2816352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· ChromaDB</a:t>
            </a:r>
            <a:endParaRPr lang="en-US" sz="1050"/>
          </a:p>
        </p:txBody>
      </p:sp>
      <p:sp>
        <p:nvSpPr>
          <p:cNvPr id="31" name="Text 29"/>
          <p:cNvSpPr/>
          <p:nvPr/>
        </p:nvSpPr>
        <p:spPr>
          <a:xfrm>
            <a:off x="164592" y="3145536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colecciones vectoriales</a:t>
            </a:r>
            <a:endParaRPr lang="en-US" sz="900"/>
          </a:p>
          <a:p>
            <a:pPr marL="0" indent="0" algn="ctr">
              <a:buNone/>
            </a:pPr>
            <a:r>
              <a:rPr lang="en-US" sz="90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text-embedding-3-small</a:t>
            </a:r>
            <a:endParaRPr lang="en-US" sz="900"/>
          </a:p>
        </p:txBody>
      </p:sp>
      <p:sp>
        <p:nvSpPr>
          <p:cNvPr id="32" name="Shape 30"/>
          <p:cNvSpPr/>
          <p:nvPr/>
        </p:nvSpPr>
        <p:spPr>
          <a:xfrm>
            <a:off x="2386584" y="2788920"/>
            <a:ext cx="2057400" cy="1005840"/>
          </a:xfrm>
          <a:prstGeom prst="rect">
            <a:avLst/>
          </a:prstGeom>
          <a:solidFill>
            <a:srgbClr val="0D4A2A"/>
          </a:solidFill>
          <a:ln w="6350">
            <a:solidFill>
              <a:srgbClr val="8B9DC3"/>
            </a:solidFill>
            <a:prstDash val="solid"/>
          </a:ln>
          <a:effectLst>
            <a:outerShdw blurRad="889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3" name="Text 31"/>
          <p:cNvSpPr/>
          <p:nvPr/>
        </p:nvSpPr>
        <p:spPr>
          <a:xfrm>
            <a:off x="2386584" y="2816352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1050"/>
          </a:p>
        </p:txBody>
      </p:sp>
      <p:sp>
        <p:nvSpPr>
          <p:cNvPr id="34" name="Text 32"/>
          <p:cNvSpPr/>
          <p:nvPr/>
        </p:nvSpPr>
        <p:spPr>
          <a:xfrm>
            <a:off x="2386584" y="3145536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· Asesores</a:t>
            </a:r>
            <a:endParaRPr lang="en-US" sz="900"/>
          </a:p>
          <a:p>
            <a:pPr marL="0" indent="0" algn="ctr">
              <a:buNone/>
            </a:pPr>
            <a:r>
              <a:rPr lang="en-US" sz="90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Oportunidades · Auth</a:t>
            </a:r>
            <a:endParaRPr lang="en-US" sz="900"/>
          </a:p>
        </p:txBody>
      </p:sp>
      <p:sp>
        <p:nvSpPr>
          <p:cNvPr id="35" name="Shape 33"/>
          <p:cNvSpPr/>
          <p:nvPr/>
        </p:nvSpPr>
        <p:spPr>
          <a:xfrm>
            <a:off x="4608576" y="2788920"/>
            <a:ext cx="2057400" cy="1005840"/>
          </a:xfrm>
          <a:prstGeom prst="rect">
            <a:avLst/>
          </a:prstGeom>
          <a:solidFill>
            <a:srgbClr val="4A2A00"/>
          </a:solidFill>
          <a:ln w="6350">
            <a:solidFill>
              <a:srgbClr val="8B9DC3"/>
            </a:solidFill>
            <a:prstDash val="solid"/>
          </a:ln>
          <a:effectLst>
            <a:outerShdw blurRad="889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6" name="Text 34"/>
          <p:cNvSpPr/>
          <p:nvPr/>
        </p:nvSpPr>
        <p:spPr>
          <a:xfrm>
            <a:off x="4608576" y="2816352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Sheriff Anti-Alucinación</a:t>
            </a:r>
            <a:endParaRPr lang="en-US" sz="1050"/>
          </a:p>
        </p:txBody>
      </p:sp>
      <p:sp>
        <p:nvSpPr>
          <p:cNvPr id="37" name="Text 35"/>
          <p:cNvSpPr/>
          <p:nvPr/>
        </p:nvSpPr>
        <p:spPr>
          <a:xfrm>
            <a:off x="4608576" y="3145536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rapidfuzz 85%</a:t>
            </a:r>
            <a:endParaRPr lang="en-US" sz="900"/>
          </a:p>
          <a:p>
            <a:pPr marL="0" indent="0" algn="ctr">
              <a:buNone/>
            </a:pPr>
            <a:r>
              <a:rPr lang="en-US" sz="90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evidencias</a:t>
            </a:r>
            <a:endParaRPr lang="en-US" sz="900"/>
          </a:p>
        </p:txBody>
      </p:sp>
      <p:sp>
        <p:nvSpPr>
          <p:cNvPr id="38" name="Shape 36"/>
          <p:cNvSpPr/>
          <p:nvPr/>
        </p:nvSpPr>
        <p:spPr>
          <a:xfrm>
            <a:off x="6830568" y="2788920"/>
            <a:ext cx="2057400" cy="1005840"/>
          </a:xfrm>
          <a:prstGeom prst="rect">
            <a:avLst/>
          </a:prstGeom>
          <a:solidFill>
            <a:srgbClr val="2A0A4A"/>
          </a:solidFill>
          <a:ln w="6350">
            <a:solidFill>
              <a:srgbClr val="8B9DC3"/>
            </a:solidFill>
            <a:prstDash val="solid"/>
          </a:ln>
          <a:effectLst>
            <a:outerShdw blurRad="889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9" name="Text 37"/>
          <p:cNvSpPr/>
          <p:nvPr/>
        </p:nvSpPr>
        <p:spPr>
          <a:xfrm>
            <a:off x="6830568" y="2816352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Privacidad · Costes</a:t>
            </a:r>
            <a:endParaRPr lang="en-US" sz="1050"/>
          </a:p>
        </p:txBody>
      </p:sp>
      <p:sp>
        <p:nvSpPr>
          <p:cNvPr id="40" name="Text 38"/>
          <p:cNvSpPr/>
          <p:nvPr/>
        </p:nvSpPr>
        <p:spPr>
          <a:xfrm>
            <a:off x="6830568" y="3145536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redact · PBKDF2</a:t>
            </a:r>
            <a:endParaRPr lang="en-US" sz="900"/>
          </a:p>
          <a:p>
            <a:pPr marL="0" indent="0" algn="ctr">
              <a:buNone/>
            </a:pPr>
            <a:r>
              <a:rPr lang="en-US" sz="90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control_gastos.csv</a:t>
            </a:r>
            <a:endParaRPr lang="en-US" sz="900"/>
          </a:p>
        </p:txBody>
      </p:sp>
      <p:sp>
        <p:nvSpPr>
          <p:cNvPr id="41" name="Shape 39"/>
          <p:cNvSpPr/>
          <p:nvPr/>
        </p:nvSpPr>
        <p:spPr>
          <a:xfrm>
            <a:off x="164592" y="3931920"/>
            <a:ext cx="8796528" cy="749808"/>
          </a:xfrm>
          <a:prstGeom prst="rect">
            <a:avLst/>
          </a:prstGeom>
          <a:solidFill>
            <a:srgbClr val="0A1E12"/>
          </a:solidFill>
          <a:ln w="12700">
            <a:solidFill>
              <a:srgbClr val="48BB7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2" name="Text 40"/>
          <p:cNvSpPr/>
          <p:nvPr/>
        </p:nvSpPr>
        <p:spPr>
          <a:xfrm>
            <a:off x="292608" y="3950208"/>
            <a:ext cx="85587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48B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HÍBRIDO: </a:t>
            </a:r>
            <a:r>
              <a:rPr lang="en-US" sz="1000">
                <a:solidFill>
                  <a:srgbClr val="AAD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agentes críticos (individual, máx. calidad) + 2 en batch (1 llamada = PropuestaValor+Estilo)
</a:t>
            </a:r>
            <a:endParaRPr lang="en-US" sz="1000"/>
          </a:p>
        </p:txBody>
      </p:sp>
      <p:sp>
        <p:nvSpPr>
          <p:cNvPr id="43" name="Shape 41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060E1A"/>
          </a:solidFill>
          <a:ln w="12700">
            <a:solidFill>
              <a:srgbClr val="060E1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4" name="Text 42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8B9DC3"/>
                </a:solidFill>
              </a:rPr>
              <a:t>CENTAURO · Arquitectura Técnica · OBS Business School · BI Team 2026</a:t>
            </a:r>
            <a:endParaRPr lang="en-US" sz="10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4572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686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kern="0" spc="20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 · SISTEMA RAG · ChromaDB + OpenAI Embeddings</a:t>
            </a:r>
            <a:endParaRPr lang="en-US" sz="210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2697480" cy="1298448"/>
          </a:xfrm>
          <a:prstGeom prst="rect">
            <a:avLst/>
          </a:prstGeom>
          <a:solidFill>
            <a:srgbClr val="1E3A5F"/>
          </a:solidFill>
          <a:ln w="9525">
            <a:solidFill>
              <a:srgbClr val="00C8FF"/>
            </a:solidFill>
            <a:prstDash val="solid"/>
          </a:ln>
          <a:effectLst>
            <a:outerShdw blurRad="889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274320" y="987552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manuales_generales</a:t>
            </a:r>
            <a:endParaRPr lang="en-US" sz="1050"/>
          </a:p>
        </p:txBody>
      </p:sp>
      <p:sp>
        <p:nvSpPr>
          <p:cNvPr id="7" name="Text 5"/>
          <p:cNvSpPr/>
          <p:nvPr/>
        </p:nvSpPr>
        <p:spPr>
          <a:xfrm>
            <a:off x="274320" y="1408176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D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de formación en ventas</a:t>
            </a:r>
            <a:endParaRPr lang="en-US" sz="1000"/>
          </a:p>
        </p:txBody>
      </p:sp>
      <p:sp>
        <p:nvSpPr>
          <p:cNvPr id="8" name="Shape 6"/>
          <p:cNvSpPr/>
          <p:nvPr/>
        </p:nvSpPr>
        <p:spPr>
          <a:xfrm>
            <a:off x="3200400" y="914400"/>
            <a:ext cx="2697480" cy="1298448"/>
          </a:xfrm>
          <a:prstGeom prst="rect">
            <a:avLst/>
          </a:prstGeom>
          <a:solidFill>
            <a:srgbClr val="1A5A2A"/>
          </a:solidFill>
          <a:ln w="9525">
            <a:solidFill>
              <a:srgbClr val="00C8FF"/>
            </a:solidFill>
            <a:prstDash val="solid"/>
          </a:ln>
          <a:effectLst>
            <a:outerShdw blurRad="889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3200400" y="987552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buenas_practicas</a:t>
            </a:r>
            <a:endParaRPr lang="en-US" sz="1050"/>
          </a:p>
        </p:txBody>
      </p:sp>
      <p:sp>
        <p:nvSpPr>
          <p:cNvPr id="10" name="Text 8"/>
          <p:cNvSpPr/>
          <p:nvPr/>
        </p:nvSpPr>
        <p:spPr>
          <a:xfrm>
            <a:off x="3200400" y="1408176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D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 reales de entrevistas (sin chunking)</a:t>
            </a:r>
            <a:endParaRPr lang="en-US" sz="1000"/>
          </a:p>
        </p:txBody>
      </p:sp>
      <p:sp>
        <p:nvSpPr>
          <p:cNvPr id="11" name="Shape 9"/>
          <p:cNvSpPr/>
          <p:nvPr/>
        </p:nvSpPr>
        <p:spPr>
          <a:xfrm>
            <a:off x="6126480" y="914400"/>
            <a:ext cx="2697480" cy="1298448"/>
          </a:xfrm>
          <a:prstGeom prst="rect">
            <a:avLst/>
          </a:prstGeom>
          <a:solidFill>
            <a:srgbClr val="4A1A5A"/>
          </a:solidFill>
          <a:ln w="9525">
            <a:solidFill>
              <a:srgbClr val="00C8FF"/>
            </a:solidFill>
            <a:prstDash val="solid"/>
          </a:ln>
          <a:effectLst>
            <a:outerShdw blurRad="889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6126480" y="987552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coaching_ventas</a:t>
            </a:r>
            <a:endParaRPr lang="en-US" sz="1050"/>
          </a:p>
        </p:txBody>
      </p:sp>
      <p:sp>
        <p:nvSpPr>
          <p:cNvPr id="13" name="Text 11"/>
          <p:cNvSpPr/>
          <p:nvPr/>
        </p:nvSpPr>
        <p:spPr>
          <a:xfrm>
            <a:off x="6126480" y="1408176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D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Libros y técnicas de venta</a:t>
            </a:r>
            <a:endParaRPr lang="en-US" sz="1000"/>
          </a:p>
        </p:txBody>
      </p:sp>
      <p:sp>
        <p:nvSpPr>
          <p:cNvPr id="14" name="Shape 12"/>
          <p:cNvSpPr/>
          <p:nvPr/>
        </p:nvSpPr>
        <p:spPr>
          <a:xfrm>
            <a:off x="274320" y="2377440"/>
            <a:ext cx="2697480" cy="1298448"/>
          </a:xfrm>
          <a:prstGeom prst="rect">
            <a:avLst/>
          </a:prstGeom>
          <a:solidFill>
            <a:srgbClr val="5A3A0A"/>
          </a:solidFill>
          <a:ln w="9525">
            <a:solidFill>
              <a:srgbClr val="00C8FF"/>
            </a:solidFill>
            <a:prstDash val="solid"/>
          </a:ln>
          <a:effectLst>
            <a:outerShdw blurRad="889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274320" y="2450592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evaluaciones_historicas</a:t>
            </a:r>
            <a:endParaRPr lang="en-US" sz="1050"/>
          </a:p>
        </p:txBody>
      </p:sp>
      <p:sp>
        <p:nvSpPr>
          <p:cNvPr id="16" name="Text 14"/>
          <p:cNvSpPr/>
          <p:nvPr/>
        </p:nvSpPr>
        <p:spPr>
          <a:xfrm>
            <a:off x="274320" y="2871216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D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de evaluaciones pasadas</a:t>
            </a:r>
            <a:endParaRPr lang="en-US" sz="1000"/>
          </a:p>
        </p:txBody>
      </p:sp>
      <p:sp>
        <p:nvSpPr>
          <p:cNvPr id="17" name="Shape 15"/>
          <p:cNvSpPr/>
          <p:nvPr/>
        </p:nvSpPr>
        <p:spPr>
          <a:xfrm>
            <a:off x="3200400" y="2377440"/>
            <a:ext cx="2697480" cy="1298448"/>
          </a:xfrm>
          <a:prstGeom prst="rect">
            <a:avLst/>
          </a:prstGeom>
          <a:solidFill>
            <a:srgbClr val="0A3A5A"/>
          </a:solidFill>
          <a:ln w="9525">
            <a:solidFill>
              <a:srgbClr val="00C8FF"/>
            </a:solidFill>
            <a:prstDash val="solid"/>
          </a:ln>
          <a:effectLst>
            <a:outerShdw blurRad="889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3200400" y="2450592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dossiers_programas</a:t>
            </a:r>
            <a:endParaRPr lang="en-US" sz="1050"/>
          </a:p>
        </p:txBody>
      </p:sp>
      <p:sp>
        <p:nvSpPr>
          <p:cNvPr id="19" name="Text 17"/>
          <p:cNvSpPr/>
          <p:nvPr/>
        </p:nvSpPr>
        <p:spPr>
          <a:xfrm>
            <a:off x="3200400" y="2871216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D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Fichas de programas OBS</a:t>
            </a:r>
            <a:endParaRPr lang="en-US" sz="1000"/>
          </a:p>
        </p:txBody>
      </p:sp>
      <p:sp>
        <p:nvSpPr>
          <p:cNvPr id="20" name="Shape 18"/>
          <p:cNvSpPr/>
          <p:nvPr/>
        </p:nvSpPr>
        <p:spPr>
          <a:xfrm>
            <a:off x="6126480" y="2377440"/>
            <a:ext cx="2697480" cy="1298448"/>
          </a:xfrm>
          <a:prstGeom prst="rect">
            <a:avLst/>
          </a:prstGeom>
          <a:solidFill>
            <a:srgbClr val="5A0A1A"/>
          </a:solidFill>
          <a:ln w="9525">
            <a:solidFill>
              <a:srgbClr val="00C8FF"/>
            </a:solidFill>
            <a:prstDash val="solid"/>
          </a:ln>
          <a:effectLst>
            <a:outerShdw blurRad="889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6126480" y="2450592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diccionario_datos</a:t>
            </a:r>
            <a:endParaRPr lang="en-US" sz="1050"/>
          </a:p>
        </p:txBody>
      </p:sp>
      <p:sp>
        <p:nvSpPr>
          <p:cNvPr id="22" name="Text 20"/>
          <p:cNvSpPr/>
          <p:nvPr/>
        </p:nvSpPr>
        <p:spPr>
          <a:xfrm>
            <a:off x="6126480" y="2871216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D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semántico Power BI (sin chunking)</a:t>
            </a:r>
            <a:endParaRPr lang="en-US" sz="1000"/>
          </a:p>
        </p:txBody>
      </p:sp>
      <p:sp>
        <p:nvSpPr>
          <p:cNvPr id="23" name="Shape 21"/>
          <p:cNvSpPr/>
          <p:nvPr/>
        </p:nvSpPr>
        <p:spPr>
          <a:xfrm>
            <a:off x="274320" y="3950208"/>
            <a:ext cx="8595360" cy="749808"/>
          </a:xfrm>
          <a:prstGeom prst="rect">
            <a:avLst/>
          </a:prstGeom>
          <a:solidFill>
            <a:srgbClr val="1A2F4A"/>
          </a:solidFill>
          <a:ln w="6350">
            <a:solidFill>
              <a:srgbClr val="8B9DC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Text 22"/>
          <p:cNvSpPr/>
          <p:nvPr/>
        </p:nvSpPr>
        <p:spPr>
          <a:xfrm>
            <a:off x="457200" y="398678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size</a:t>
            </a:r>
            <a:endParaRPr lang="en-US" sz="800"/>
          </a:p>
        </p:txBody>
      </p:sp>
      <p:sp>
        <p:nvSpPr>
          <p:cNvPr id="25" name="Text 23"/>
          <p:cNvSpPr/>
          <p:nvPr/>
        </p:nvSpPr>
        <p:spPr>
          <a:xfrm>
            <a:off x="457200" y="4251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 chars</a:t>
            </a:r>
            <a:endParaRPr lang="en-US" sz="1000"/>
          </a:p>
        </p:txBody>
      </p:sp>
      <p:sp>
        <p:nvSpPr>
          <p:cNvPr id="26" name="Text 24"/>
          <p:cNvSpPr/>
          <p:nvPr/>
        </p:nvSpPr>
        <p:spPr>
          <a:xfrm>
            <a:off x="1892808" y="398678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</a:t>
            </a:r>
            <a:endParaRPr lang="en-US" sz="800"/>
          </a:p>
        </p:txBody>
      </p:sp>
      <p:sp>
        <p:nvSpPr>
          <p:cNvPr id="27" name="Text 25"/>
          <p:cNvSpPr/>
          <p:nvPr/>
        </p:nvSpPr>
        <p:spPr>
          <a:xfrm>
            <a:off x="1892808" y="4251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 chars</a:t>
            </a:r>
            <a:endParaRPr lang="en-US" sz="1000"/>
          </a:p>
        </p:txBody>
      </p:sp>
      <p:sp>
        <p:nvSpPr>
          <p:cNvPr id="28" name="Text 26"/>
          <p:cNvSpPr/>
          <p:nvPr/>
        </p:nvSpPr>
        <p:spPr>
          <a:xfrm>
            <a:off x="3328416" y="398678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general</a:t>
            </a:r>
            <a:endParaRPr lang="en-US" sz="800"/>
          </a:p>
        </p:txBody>
      </p:sp>
      <p:sp>
        <p:nvSpPr>
          <p:cNvPr id="29" name="Text 27"/>
          <p:cNvSpPr/>
          <p:nvPr/>
        </p:nvSpPr>
        <p:spPr>
          <a:xfrm>
            <a:off x="3328416" y="4251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frags</a:t>
            </a:r>
            <a:endParaRPr lang="en-US" sz="1000"/>
          </a:p>
        </p:txBody>
      </p:sp>
      <p:sp>
        <p:nvSpPr>
          <p:cNvPr id="30" name="Text 28"/>
          <p:cNvSpPr/>
          <p:nvPr/>
        </p:nvSpPr>
        <p:spPr>
          <a:xfrm>
            <a:off x="4764024" y="398678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buenas práct.</a:t>
            </a:r>
            <a:endParaRPr lang="en-US" sz="800"/>
          </a:p>
        </p:txBody>
      </p:sp>
      <p:sp>
        <p:nvSpPr>
          <p:cNvPr id="31" name="Text 29"/>
          <p:cNvSpPr/>
          <p:nvPr/>
        </p:nvSpPr>
        <p:spPr>
          <a:xfrm>
            <a:off x="4764024" y="4251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ejemplos</a:t>
            </a:r>
            <a:endParaRPr lang="en-US" sz="1000"/>
          </a:p>
        </p:txBody>
      </p:sp>
      <p:sp>
        <p:nvSpPr>
          <p:cNvPr id="32" name="Text 30"/>
          <p:cNvSpPr/>
          <p:nvPr/>
        </p:nvSpPr>
        <p:spPr>
          <a:xfrm>
            <a:off x="6199632" y="398678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coaching</a:t>
            </a:r>
            <a:endParaRPr lang="en-US" sz="800"/>
          </a:p>
        </p:txBody>
      </p:sp>
      <p:sp>
        <p:nvSpPr>
          <p:cNvPr id="33" name="Text 31"/>
          <p:cNvSpPr/>
          <p:nvPr/>
        </p:nvSpPr>
        <p:spPr>
          <a:xfrm>
            <a:off x="6199632" y="4251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3 libros</a:t>
            </a:r>
            <a:endParaRPr lang="en-US" sz="1000"/>
          </a:p>
        </p:txBody>
      </p:sp>
      <p:sp>
        <p:nvSpPr>
          <p:cNvPr id="34" name="Text 32"/>
          <p:cNvSpPr/>
          <p:nvPr/>
        </p:nvSpPr>
        <p:spPr>
          <a:xfrm>
            <a:off x="7635240" y="398678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model</a:t>
            </a:r>
            <a:endParaRPr lang="en-US" sz="800"/>
          </a:p>
        </p:txBody>
      </p:sp>
      <p:sp>
        <p:nvSpPr>
          <p:cNvPr id="35" name="Text 33"/>
          <p:cNvSpPr/>
          <p:nvPr/>
        </p:nvSpPr>
        <p:spPr>
          <a:xfrm>
            <a:off x="7635240" y="4251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text-emb-3-small</a:t>
            </a:r>
            <a:endParaRPr lang="en-US" sz="1000"/>
          </a:p>
        </p:txBody>
      </p:sp>
      <p:sp>
        <p:nvSpPr>
          <p:cNvPr id="36" name="Shape 34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060E1A"/>
          </a:solidFill>
          <a:ln w="12700">
            <a:solidFill>
              <a:srgbClr val="060E1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7" name="Text 35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8B9DC3"/>
                </a:solidFill>
              </a:rPr>
              <a:t>CENTAURO · Arquitectura Técnica · OBS Business School · BI Team 2026</a:t>
            </a:r>
            <a:endParaRPr lang="en-US" sz="10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4572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686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kern="0" spc="20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02b · CÓMO FUNCIONA EL RAG · Flujo detallado</a:t>
            </a:r>
            <a:endParaRPr lang="en-US" sz="2100"/>
          </a:p>
        </p:txBody>
      </p:sp>
      <p:sp>
        <p:nvSpPr>
          <p:cNvPr id="5" name="Shape 3"/>
          <p:cNvSpPr/>
          <p:nvPr/>
        </p:nvSpPr>
        <p:spPr>
          <a:xfrm>
            <a:off x="164592" y="914400"/>
            <a:ext cx="1298448" cy="1298448"/>
          </a:xfrm>
          <a:prstGeom prst="rect">
            <a:avLst/>
          </a:prstGeom>
          <a:solidFill>
            <a:srgbClr val="1E3A5F"/>
          </a:solidFill>
          <a:ln w="12700">
            <a:solidFill>
              <a:srgbClr val="00C8FF"/>
            </a:solidFill>
            <a:prstDash val="solid"/>
          </a:ln>
          <a:effectLst>
            <a:outerShdw blurRad="889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164592" y="914400"/>
            <a:ext cx="1298448" cy="27432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164592" y="91440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300"/>
          </a:p>
        </p:txBody>
      </p:sp>
      <p:sp>
        <p:nvSpPr>
          <p:cNvPr id="8" name="Text 6"/>
          <p:cNvSpPr/>
          <p:nvPr/>
        </p:nvSpPr>
        <p:spPr>
          <a:xfrm>
            <a:off x="164592" y="1207008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1000"/>
          </a:p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dinámica</a:t>
            </a:r>
            <a:endParaRPr lang="en-US" sz="1000"/>
          </a:p>
        </p:txBody>
      </p:sp>
      <p:sp>
        <p:nvSpPr>
          <p:cNvPr id="9" name="Text 7"/>
          <p:cNvSpPr/>
          <p:nvPr/>
        </p:nvSpPr>
        <p:spPr>
          <a:xfrm>
            <a:off x="164592" y="1682496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query_base_map</a:t>
            </a:r>
            <a:endParaRPr lang="en-US" sz="800"/>
          </a:p>
          <a:p>
            <a:pPr marL="0" indent="0" algn="ctr">
              <a:buNone/>
            </a:pPr>
            <a:r>
              <a:rPr lang="en-US" sz="80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bloque</a:t>
            </a:r>
            <a:endParaRPr lang="en-US" sz="800"/>
          </a:p>
        </p:txBody>
      </p:sp>
      <p:sp>
        <p:nvSpPr>
          <p:cNvPr id="10" name="Text 8"/>
          <p:cNvSpPr/>
          <p:nvPr/>
        </p:nvSpPr>
        <p:spPr>
          <a:xfrm>
            <a:off x="1481328" y="1435608"/>
            <a:ext cx="146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8B9DC3"/>
                </a:solidFill>
              </a:rPr>
              <a:t>▶</a:t>
            </a:r>
            <a:endParaRPr lang="en-US" sz="1200"/>
          </a:p>
        </p:txBody>
      </p:sp>
      <p:sp>
        <p:nvSpPr>
          <p:cNvPr id="11" name="Shape 9"/>
          <p:cNvSpPr/>
          <p:nvPr/>
        </p:nvSpPr>
        <p:spPr>
          <a:xfrm>
            <a:off x="1645920" y="914400"/>
            <a:ext cx="1298448" cy="1298448"/>
          </a:xfrm>
          <a:prstGeom prst="rect">
            <a:avLst/>
          </a:prstGeom>
          <a:solidFill>
            <a:srgbClr val="2A1A3A"/>
          </a:solidFill>
          <a:ln w="12700">
            <a:solidFill>
              <a:srgbClr val="00C8FF"/>
            </a:solidFill>
            <a:prstDash val="solid"/>
          </a:ln>
          <a:effectLst>
            <a:outerShdw blurRad="889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2" name="Shape 10"/>
          <p:cNvSpPr/>
          <p:nvPr/>
        </p:nvSpPr>
        <p:spPr>
          <a:xfrm>
            <a:off x="1645920" y="914400"/>
            <a:ext cx="1298448" cy="27432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1645920" y="91440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300"/>
          </a:p>
        </p:txBody>
      </p:sp>
      <p:sp>
        <p:nvSpPr>
          <p:cNvPr id="14" name="Text 12"/>
          <p:cNvSpPr/>
          <p:nvPr/>
        </p:nvSpPr>
        <p:spPr>
          <a:xfrm>
            <a:off x="1645920" y="1207008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Temas de</a:t>
            </a:r>
            <a:endParaRPr lang="en-US" sz="1000"/>
          </a:p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llamada</a:t>
            </a:r>
            <a:endParaRPr lang="en-US" sz="1000"/>
          </a:p>
        </p:txBody>
      </p:sp>
      <p:sp>
        <p:nvSpPr>
          <p:cNvPr id="15" name="Text 13"/>
          <p:cNvSpPr/>
          <p:nvPr/>
        </p:nvSpPr>
        <p:spPr>
          <a:xfrm>
            <a:off x="1645920" y="1682496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gpt-4o-mini extrae</a:t>
            </a:r>
            <a:endParaRPr lang="en-US" sz="800"/>
          </a:p>
          <a:p>
            <a:pPr marL="0" indent="0" algn="ctr">
              <a:buNone/>
            </a:pPr>
            <a:r>
              <a:rPr lang="en-US" sz="80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temas+objeciones</a:t>
            </a:r>
            <a:endParaRPr lang="en-US" sz="800"/>
          </a:p>
        </p:txBody>
      </p:sp>
      <p:sp>
        <p:nvSpPr>
          <p:cNvPr id="16" name="Text 14"/>
          <p:cNvSpPr/>
          <p:nvPr/>
        </p:nvSpPr>
        <p:spPr>
          <a:xfrm>
            <a:off x="2962656" y="1435608"/>
            <a:ext cx="146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8B9DC3"/>
                </a:solidFill>
              </a:rPr>
              <a:t>▶</a:t>
            </a:r>
            <a:endParaRPr lang="en-US" sz="1200"/>
          </a:p>
        </p:txBody>
      </p:sp>
      <p:sp>
        <p:nvSpPr>
          <p:cNvPr id="17" name="Shape 15"/>
          <p:cNvSpPr/>
          <p:nvPr/>
        </p:nvSpPr>
        <p:spPr>
          <a:xfrm>
            <a:off x="3127248" y="914400"/>
            <a:ext cx="1298448" cy="1298448"/>
          </a:xfrm>
          <a:prstGeom prst="rect">
            <a:avLst/>
          </a:prstGeom>
          <a:solidFill>
            <a:srgbClr val="0A2A1A"/>
          </a:solidFill>
          <a:ln w="12700">
            <a:solidFill>
              <a:srgbClr val="00C8FF"/>
            </a:solidFill>
            <a:prstDash val="solid"/>
          </a:ln>
          <a:effectLst>
            <a:outerShdw blurRad="889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8" name="Shape 16"/>
          <p:cNvSpPr/>
          <p:nvPr/>
        </p:nvSpPr>
        <p:spPr>
          <a:xfrm>
            <a:off x="3127248" y="914400"/>
            <a:ext cx="1298448" cy="27432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3127248" y="91440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300"/>
          </a:p>
        </p:txBody>
      </p:sp>
      <p:sp>
        <p:nvSpPr>
          <p:cNvPr id="20" name="Text 18"/>
          <p:cNvSpPr/>
          <p:nvPr/>
        </p:nvSpPr>
        <p:spPr>
          <a:xfrm>
            <a:off x="3127248" y="1207008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1000"/>
          </a:p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enriquecida</a:t>
            </a:r>
            <a:endParaRPr lang="en-US" sz="1000"/>
          </a:p>
        </p:txBody>
      </p:sp>
      <p:sp>
        <p:nvSpPr>
          <p:cNvPr id="21" name="Text 19"/>
          <p:cNvSpPr/>
          <p:nvPr/>
        </p:nvSpPr>
        <p:spPr>
          <a:xfrm>
            <a:off x="3127248" y="1682496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+ temas</a:t>
            </a:r>
            <a:endParaRPr lang="en-US" sz="800"/>
          </a:p>
          <a:p>
            <a:pPr marL="0" indent="0" algn="ctr">
              <a:buNone/>
            </a:pPr>
            <a:r>
              <a:rPr lang="en-US" sz="80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objeciones detectadas</a:t>
            </a:r>
            <a:endParaRPr lang="en-US" sz="800"/>
          </a:p>
        </p:txBody>
      </p:sp>
      <p:sp>
        <p:nvSpPr>
          <p:cNvPr id="22" name="Text 20"/>
          <p:cNvSpPr/>
          <p:nvPr/>
        </p:nvSpPr>
        <p:spPr>
          <a:xfrm>
            <a:off x="4443984" y="1435608"/>
            <a:ext cx="146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8B9DC3"/>
                </a:solidFill>
              </a:rPr>
              <a:t>▶</a:t>
            </a:r>
            <a:endParaRPr lang="en-US" sz="1200"/>
          </a:p>
        </p:txBody>
      </p:sp>
      <p:sp>
        <p:nvSpPr>
          <p:cNvPr id="23" name="Shape 21"/>
          <p:cNvSpPr/>
          <p:nvPr/>
        </p:nvSpPr>
        <p:spPr>
          <a:xfrm>
            <a:off x="4608576" y="914400"/>
            <a:ext cx="1298448" cy="1298448"/>
          </a:xfrm>
          <a:prstGeom prst="rect">
            <a:avLst/>
          </a:prstGeom>
          <a:solidFill>
            <a:srgbClr val="3A1A0A"/>
          </a:solidFill>
          <a:ln w="12700">
            <a:solidFill>
              <a:srgbClr val="00C8FF"/>
            </a:solidFill>
            <a:prstDash val="solid"/>
          </a:ln>
          <a:effectLst>
            <a:outerShdw blurRad="889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4" name="Shape 22"/>
          <p:cNvSpPr/>
          <p:nvPr/>
        </p:nvSpPr>
        <p:spPr>
          <a:xfrm>
            <a:off x="4608576" y="914400"/>
            <a:ext cx="1298448" cy="27432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4608576" y="91440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300"/>
          </a:p>
        </p:txBody>
      </p:sp>
      <p:sp>
        <p:nvSpPr>
          <p:cNvPr id="26" name="Text 24"/>
          <p:cNvSpPr/>
          <p:nvPr/>
        </p:nvSpPr>
        <p:spPr>
          <a:xfrm>
            <a:off x="4608576" y="1207008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</a:t>
            </a:r>
            <a:endParaRPr lang="en-US" sz="1000"/>
          </a:p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vectorial</a:t>
            </a:r>
            <a:endParaRPr lang="en-US" sz="1000"/>
          </a:p>
        </p:txBody>
      </p:sp>
      <p:sp>
        <p:nvSpPr>
          <p:cNvPr id="27" name="Text 25"/>
          <p:cNvSpPr/>
          <p:nvPr/>
        </p:nvSpPr>
        <p:spPr>
          <a:xfrm>
            <a:off x="4608576" y="1682496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</a:t>
            </a:r>
            <a:endParaRPr lang="en-US" sz="800"/>
          </a:p>
          <a:p>
            <a:pPr marL="0" indent="0" algn="ctr">
              <a:buNone/>
            </a:pPr>
            <a:r>
              <a:rPr lang="en-US" sz="80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</a:t>
            </a:r>
            <a:endParaRPr lang="en-US" sz="800"/>
          </a:p>
        </p:txBody>
      </p:sp>
      <p:sp>
        <p:nvSpPr>
          <p:cNvPr id="28" name="Text 26"/>
          <p:cNvSpPr/>
          <p:nvPr/>
        </p:nvSpPr>
        <p:spPr>
          <a:xfrm>
            <a:off x="5925312" y="1435608"/>
            <a:ext cx="146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8B9DC3"/>
                </a:solidFill>
              </a:rPr>
              <a:t>▶</a:t>
            </a:r>
            <a:endParaRPr lang="en-US" sz="1200"/>
          </a:p>
        </p:txBody>
      </p:sp>
      <p:sp>
        <p:nvSpPr>
          <p:cNvPr id="29" name="Shape 27"/>
          <p:cNvSpPr/>
          <p:nvPr/>
        </p:nvSpPr>
        <p:spPr>
          <a:xfrm>
            <a:off x="6089904" y="914400"/>
            <a:ext cx="1298448" cy="1298448"/>
          </a:xfrm>
          <a:prstGeom prst="rect">
            <a:avLst/>
          </a:prstGeom>
          <a:solidFill>
            <a:srgbClr val="2A0A2A"/>
          </a:solidFill>
          <a:ln w="12700">
            <a:solidFill>
              <a:srgbClr val="00C8FF"/>
            </a:solidFill>
            <a:prstDash val="solid"/>
          </a:ln>
          <a:effectLst>
            <a:outerShdw blurRad="889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0" name="Shape 28"/>
          <p:cNvSpPr/>
          <p:nvPr/>
        </p:nvSpPr>
        <p:spPr>
          <a:xfrm>
            <a:off x="6089904" y="914400"/>
            <a:ext cx="1298448" cy="27432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Text 29"/>
          <p:cNvSpPr/>
          <p:nvPr/>
        </p:nvSpPr>
        <p:spPr>
          <a:xfrm>
            <a:off x="6089904" y="91440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300"/>
          </a:p>
        </p:txBody>
      </p:sp>
      <p:sp>
        <p:nvSpPr>
          <p:cNvPr id="32" name="Text 30"/>
          <p:cNvSpPr/>
          <p:nvPr/>
        </p:nvSpPr>
        <p:spPr>
          <a:xfrm>
            <a:off x="6089904" y="1207008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 +</a:t>
            </a:r>
            <a:endParaRPr lang="en-US" sz="1000"/>
          </a:p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Diversidad</a:t>
            </a:r>
            <a:endParaRPr lang="en-US" sz="1000"/>
          </a:p>
        </p:txBody>
      </p:sp>
      <p:sp>
        <p:nvSpPr>
          <p:cNvPr id="33" name="Text 31"/>
          <p:cNvSpPr/>
          <p:nvPr/>
        </p:nvSpPr>
        <p:spPr>
          <a:xfrm>
            <a:off x="6089904" y="1682496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umbral 0.3</a:t>
            </a:r>
            <a:endParaRPr lang="en-US" sz="800"/>
          </a:p>
          <a:p>
            <a:pPr marL="0" indent="0" algn="ctr">
              <a:buNone/>
            </a:pPr>
            <a:r>
              <a:rPr lang="en-US" sz="80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frag/libro coaching</a:t>
            </a:r>
            <a:endParaRPr lang="en-US" sz="800"/>
          </a:p>
        </p:txBody>
      </p:sp>
      <p:sp>
        <p:nvSpPr>
          <p:cNvPr id="34" name="Text 32"/>
          <p:cNvSpPr/>
          <p:nvPr/>
        </p:nvSpPr>
        <p:spPr>
          <a:xfrm>
            <a:off x="7406640" y="1435608"/>
            <a:ext cx="146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8B9DC3"/>
                </a:solidFill>
              </a:rPr>
              <a:t>▶</a:t>
            </a:r>
            <a:endParaRPr lang="en-US" sz="1200"/>
          </a:p>
        </p:txBody>
      </p:sp>
      <p:sp>
        <p:nvSpPr>
          <p:cNvPr id="35" name="Shape 33"/>
          <p:cNvSpPr/>
          <p:nvPr/>
        </p:nvSpPr>
        <p:spPr>
          <a:xfrm>
            <a:off x="7571232" y="914400"/>
            <a:ext cx="1298448" cy="1298448"/>
          </a:xfrm>
          <a:prstGeom prst="rect">
            <a:avLst/>
          </a:prstGeom>
          <a:solidFill>
            <a:srgbClr val="0A1A3A"/>
          </a:solidFill>
          <a:ln w="12700">
            <a:solidFill>
              <a:srgbClr val="00C8FF"/>
            </a:solidFill>
            <a:prstDash val="solid"/>
          </a:ln>
          <a:effectLst>
            <a:outerShdw blurRad="889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6" name="Shape 34"/>
          <p:cNvSpPr/>
          <p:nvPr/>
        </p:nvSpPr>
        <p:spPr>
          <a:xfrm>
            <a:off x="7571232" y="914400"/>
            <a:ext cx="1298448" cy="27432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7" name="Text 35"/>
          <p:cNvSpPr/>
          <p:nvPr/>
        </p:nvSpPr>
        <p:spPr>
          <a:xfrm>
            <a:off x="7571232" y="91440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300"/>
          </a:p>
        </p:txBody>
      </p:sp>
      <p:sp>
        <p:nvSpPr>
          <p:cNvPr id="38" name="Text 36"/>
          <p:cNvSpPr/>
          <p:nvPr/>
        </p:nvSpPr>
        <p:spPr>
          <a:xfrm>
            <a:off x="7571232" y="1207008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000"/>
          </a:p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agente</a:t>
            </a:r>
            <a:endParaRPr lang="en-US" sz="1000"/>
          </a:p>
        </p:txBody>
      </p:sp>
      <p:sp>
        <p:nvSpPr>
          <p:cNvPr id="39" name="Text 37"/>
          <p:cNvSpPr/>
          <p:nvPr/>
        </p:nvSpPr>
        <p:spPr>
          <a:xfrm>
            <a:off x="7571232" y="1682496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manuales + coaching</a:t>
            </a:r>
            <a:endParaRPr lang="en-US" sz="800"/>
          </a:p>
          <a:p>
            <a:pPr marL="0" indent="0" algn="ctr">
              <a:buNone/>
            </a:pPr>
            <a:r>
              <a:rPr lang="en-US" sz="80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buenas prácts.</a:t>
            </a:r>
            <a:endParaRPr lang="en-US" sz="800"/>
          </a:p>
        </p:txBody>
      </p:sp>
      <p:sp>
        <p:nvSpPr>
          <p:cNvPr id="40" name="Shape 38"/>
          <p:cNvSpPr/>
          <p:nvPr/>
        </p:nvSpPr>
        <p:spPr>
          <a:xfrm>
            <a:off x="274320" y="2359152"/>
            <a:ext cx="3977640" cy="2359152"/>
          </a:xfrm>
          <a:prstGeom prst="rect">
            <a:avLst/>
          </a:prstGeom>
          <a:solidFill>
            <a:srgbClr val="112240"/>
          </a:solidFill>
          <a:ln w="9525">
            <a:solidFill>
              <a:srgbClr val="00C8FF"/>
            </a:solidFill>
            <a:prstDash val="solid"/>
          </a:ln>
          <a:effectLst>
            <a:outerShdw blurRad="889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41" name="Shape 39"/>
          <p:cNvSpPr/>
          <p:nvPr/>
        </p:nvSpPr>
        <p:spPr>
          <a:xfrm>
            <a:off x="274320" y="2359152"/>
            <a:ext cx="3977640" cy="320040"/>
          </a:xfrm>
          <a:prstGeom prst="rect">
            <a:avLst/>
          </a:prstGeom>
          <a:solidFill>
            <a:srgbClr val="0D2A5A"/>
          </a:solidFill>
          <a:ln w="12700">
            <a:solidFill>
              <a:srgbClr val="0D2A5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2" name="Text 40"/>
          <p:cNvSpPr/>
          <p:nvPr/>
        </p:nvSpPr>
        <p:spPr>
          <a:xfrm>
            <a:off x="320040" y="2359152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BASE POR BLOQUE (query_base_map)</a:t>
            </a:r>
            <a:endParaRPr lang="en-US" sz="950"/>
          </a:p>
        </p:txBody>
      </p:sp>
      <p:sp>
        <p:nvSpPr>
          <p:cNvPr id="43" name="Text 41"/>
          <p:cNvSpPr/>
          <p:nvPr/>
        </p:nvSpPr>
        <p:spPr>
          <a:xfrm>
            <a:off x="384048" y="274320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Investigación: </a:t>
            </a:r>
            <a:r>
              <a:rPr lang="en-US" sz="85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saludo rapport preguntas descubrimiento motivaciones</a:t>
            </a:r>
            <a:endParaRPr lang="en-US" sz="850"/>
          </a:p>
        </p:txBody>
      </p:sp>
      <p:sp>
        <p:nvSpPr>
          <p:cNvPr id="44" name="Text 42"/>
          <p:cNvSpPr/>
          <p:nvPr/>
        </p:nvSpPr>
        <p:spPr>
          <a:xfrm>
            <a:off x="384048" y="306324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de Valor: </a:t>
            </a:r>
            <a:r>
              <a:rPr lang="en-US" sz="85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explicar programa propuesta valor beneficios institución</a:t>
            </a:r>
            <a:endParaRPr lang="en-US" sz="850"/>
          </a:p>
        </p:txBody>
      </p:sp>
      <p:sp>
        <p:nvSpPr>
          <p:cNvPr id="45" name="Text 43"/>
          <p:cNvSpPr/>
          <p:nvPr/>
        </p:nvSpPr>
        <p:spPr>
          <a:xfrm>
            <a:off x="384048" y="338328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Admisión Económica: </a:t>
            </a:r>
            <a:r>
              <a:rPr lang="en-US" sz="85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matrícula precio inversión financiación propuesta económica</a:t>
            </a:r>
            <a:endParaRPr lang="en-US" sz="850"/>
          </a:p>
        </p:txBody>
      </p:sp>
      <p:sp>
        <p:nvSpPr>
          <p:cNvPr id="46" name="Text 44"/>
          <p:cNvSpPr/>
          <p:nvPr/>
        </p:nvSpPr>
        <p:spPr>
          <a:xfrm>
            <a:off x="384048" y="370332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Manejo de Objeciones: </a:t>
            </a:r>
            <a:r>
              <a:rPr lang="en-US" sz="85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objeciones rebatir validar técnicas resolver dudas</a:t>
            </a:r>
            <a:endParaRPr lang="en-US" sz="850"/>
          </a:p>
        </p:txBody>
      </p:sp>
      <p:sp>
        <p:nvSpPr>
          <p:cNvPr id="47" name="Text 45"/>
          <p:cNvSpPr/>
          <p:nvPr/>
        </p:nvSpPr>
        <p:spPr>
          <a:xfrm>
            <a:off x="384048" y="402336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y Próx. Pasos: </a:t>
            </a:r>
            <a:r>
              <a:rPr lang="en-US" sz="85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compromiso siguiente paso fecha matrícula</a:t>
            </a:r>
            <a:endParaRPr lang="en-US" sz="850"/>
          </a:p>
        </p:txBody>
      </p:sp>
      <p:sp>
        <p:nvSpPr>
          <p:cNvPr id="48" name="Text 46"/>
          <p:cNvSpPr/>
          <p:nvPr/>
        </p:nvSpPr>
        <p:spPr>
          <a:xfrm>
            <a:off x="384048" y="434340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Estilo y Comunicación: </a:t>
            </a:r>
            <a:r>
              <a:rPr lang="en-US" sz="85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tono empatía comunicación efectiva escucha activa</a:t>
            </a:r>
            <a:endParaRPr lang="en-US" sz="850"/>
          </a:p>
        </p:txBody>
      </p:sp>
      <p:sp>
        <p:nvSpPr>
          <p:cNvPr id="49" name="Shape 47"/>
          <p:cNvSpPr/>
          <p:nvPr/>
        </p:nvSpPr>
        <p:spPr>
          <a:xfrm>
            <a:off x="4526280" y="2359152"/>
            <a:ext cx="4343400" cy="2359152"/>
          </a:xfrm>
          <a:prstGeom prst="rect">
            <a:avLst/>
          </a:prstGeom>
          <a:solidFill>
            <a:srgbClr val="112240"/>
          </a:solidFill>
          <a:ln w="9525">
            <a:solidFill>
              <a:srgbClr val="48BB78"/>
            </a:solidFill>
            <a:prstDash val="solid"/>
          </a:ln>
          <a:effectLst>
            <a:outerShdw blurRad="889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0" name="Shape 48"/>
          <p:cNvSpPr/>
          <p:nvPr/>
        </p:nvSpPr>
        <p:spPr>
          <a:xfrm>
            <a:off x="4526280" y="2359152"/>
            <a:ext cx="4343400" cy="320040"/>
          </a:xfrm>
          <a:prstGeom prst="rect">
            <a:avLst/>
          </a:prstGeom>
          <a:solidFill>
            <a:srgbClr val="0A3A1A"/>
          </a:solidFill>
          <a:ln w="12700">
            <a:solidFill>
              <a:srgbClr val="0A3A1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1" name="Text 49"/>
          <p:cNvSpPr/>
          <p:nvPr/>
        </p:nvSpPr>
        <p:spPr>
          <a:xfrm>
            <a:off x="4572000" y="2359152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48B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 ESPECIAL · buenas_practicas + muestreo</a:t>
            </a:r>
            <a:endParaRPr lang="en-US" sz="950"/>
          </a:p>
        </p:txBody>
      </p:sp>
      <p:sp>
        <p:nvSpPr>
          <p:cNvPr id="52" name="Text 50"/>
          <p:cNvSpPr/>
          <p:nvPr/>
        </p:nvSpPr>
        <p:spPr>
          <a:xfrm>
            <a:off x="4617720" y="2761488"/>
            <a:ext cx="4160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48B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Buenas prácticas</a:t>
            </a:r>
            <a:endParaRPr lang="en-US" sz="1000"/>
          </a:p>
        </p:txBody>
      </p:sp>
      <p:sp>
        <p:nvSpPr>
          <p:cNvPr id="53" name="Text 51"/>
          <p:cNvSpPr/>
          <p:nvPr/>
        </p:nvSpPr>
        <p:spPr>
          <a:xfrm>
            <a:off x="4617720" y="3008376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Filtradas por nombre_bloque del agente (filtro_seccion)</a:t>
            </a:r>
            <a:endParaRPr lang="en-US" sz="800"/>
          </a:p>
          <a:p>
            <a:pPr marL="0" indent="0">
              <a:buNone/>
            </a:pPr>
            <a:r>
              <a:rPr lang="en-US" sz="80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sin filtro si no hay ejemplos para esa sección</a:t>
            </a:r>
            <a:endParaRPr lang="en-US" sz="800"/>
          </a:p>
          <a:p>
            <a:pPr marL="0" indent="0">
              <a:buNone/>
            </a:pPr>
            <a:r>
              <a:rPr lang="en-US" sz="80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Indexadas SIN chunking (ejemplo completo, ~max 2000 chars)</a:t>
            </a:r>
            <a:endParaRPr lang="en-US" sz="800"/>
          </a:p>
        </p:txBody>
      </p:sp>
      <p:sp>
        <p:nvSpPr>
          <p:cNvPr id="54" name="Text 52"/>
          <p:cNvSpPr/>
          <p:nvPr/>
        </p:nvSpPr>
        <p:spPr>
          <a:xfrm>
            <a:off x="4617720" y="3419856"/>
            <a:ext cx="4160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48B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Coaching (diversidad)</a:t>
            </a:r>
            <a:endParaRPr lang="en-US" sz="1000"/>
          </a:p>
        </p:txBody>
      </p:sp>
      <p:sp>
        <p:nvSpPr>
          <p:cNvPr id="55" name="Text 53"/>
          <p:cNvSpPr/>
          <p:nvPr/>
        </p:nvSpPr>
        <p:spPr>
          <a:xfrm>
            <a:off x="4617720" y="3666744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piden 12 resultados pero se toma MAX 1 por libro</a:t>
            </a:r>
            <a:endParaRPr lang="en-US" sz="800"/>
          </a:p>
          <a:p>
            <a:pPr marL="0" indent="0">
              <a:buNone/>
            </a:pPr>
            <a:r>
              <a:rPr lang="en-US" sz="80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 sesgo hacia un único libro (ej: SPIN Selling siempre 1º)</a:t>
            </a:r>
            <a:endParaRPr lang="en-US" sz="800"/>
          </a:p>
          <a:p>
            <a:pPr marL="0" indent="0">
              <a:buNone/>
            </a:pPr>
            <a:r>
              <a:rPr lang="en-US" sz="80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Máx. 3 libros distintos en el prompt final</a:t>
            </a:r>
            <a:endParaRPr lang="en-US" sz="800"/>
          </a:p>
        </p:txBody>
      </p:sp>
      <p:sp>
        <p:nvSpPr>
          <p:cNvPr id="56" name="Text 54"/>
          <p:cNvSpPr/>
          <p:nvPr/>
        </p:nvSpPr>
        <p:spPr>
          <a:xfrm>
            <a:off x="4617720" y="4078224"/>
            <a:ext cx="4160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48B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Muestreo inteligente</a:t>
            </a:r>
            <a:endParaRPr lang="en-US" sz="1000"/>
          </a:p>
        </p:txBody>
      </p:sp>
      <p:sp>
        <p:nvSpPr>
          <p:cNvPr id="57" name="Text 55"/>
          <p:cNvSpPr/>
          <p:nvPr/>
        </p:nvSpPr>
        <p:spPr>
          <a:xfrm>
            <a:off x="4617720" y="4325112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12K chars → 6 muestras (~19K total)</a:t>
            </a:r>
            <a:endParaRPr lang="en-US" sz="800"/>
          </a:p>
          <a:p>
            <a:pPr marL="0" indent="0">
              <a:buNone/>
            </a:pPr>
            <a:r>
              <a:rPr lang="en-US" sz="80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6K-12K chars → 4 muestras (~12K total)</a:t>
            </a:r>
            <a:endParaRPr lang="en-US" sz="800"/>
          </a:p>
          <a:p>
            <a:pPr marL="0" indent="0">
              <a:buNone/>
            </a:pPr>
            <a:r>
              <a:rPr lang="en-US" sz="80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6K chars → transcripción completa</a:t>
            </a:r>
            <a:endParaRPr lang="en-US" sz="800"/>
          </a:p>
        </p:txBody>
      </p:sp>
      <p:sp>
        <p:nvSpPr>
          <p:cNvPr id="58" name="Shape 56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060E1A"/>
          </a:solidFill>
          <a:ln w="12700">
            <a:solidFill>
              <a:srgbClr val="060E1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9" name="Text 57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8B9DC3"/>
                </a:solidFill>
              </a:rPr>
              <a:t>CENTAURO · Arquitectura Técnica · OBS Business School · BI Team 2026</a:t>
            </a:r>
            <a:endParaRPr lang="en-US" sz="10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4572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686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kern="0" spc="20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 · ORQUESTACIÓN MULTI-AGENTE · CentauroOrchestrator v3.0</a:t>
            </a:r>
            <a:endParaRPr lang="en-US" sz="210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3977640" cy="566928"/>
          </a:xfrm>
          <a:prstGeom prst="rect">
            <a:avLst/>
          </a:prstGeom>
          <a:solidFill>
            <a:srgbClr val="4A0808"/>
          </a:solidFill>
          <a:ln w="12700">
            <a:solidFill>
              <a:srgbClr val="E53E3E"/>
            </a:solidFill>
            <a:prstDash val="solid"/>
          </a:ln>
          <a:effectLst>
            <a:outerShdw blurRad="889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594360" cy="566928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274320" y="914400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</a:t>
            </a:r>
            <a:endParaRPr lang="en-US" sz="900"/>
          </a:p>
        </p:txBody>
      </p:sp>
      <p:sp>
        <p:nvSpPr>
          <p:cNvPr id="8" name="Text 6"/>
          <p:cNvSpPr/>
          <p:nvPr/>
        </p:nvSpPr>
        <p:spPr>
          <a:xfrm>
            <a:off x="932688" y="950976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Redacción PII</a:t>
            </a:r>
            <a:endParaRPr lang="en-US" sz="1100"/>
          </a:p>
        </p:txBody>
      </p:sp>
      <p:sp>
        <p:nvSpPr>
          <p:cNvPr id="9" name="Text 7"/>
          <p:cNvSpPr/>
          <p:nvPr/>
        </p:nvSpPr>
        <p:spPr>
          <a:xfrm>
            <a:off x="932688" y="1216152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privacy.py · Email · DNI · NIE · IBAN · Teléfono</a:t>
            </a:r>
            <a:endParaRPr lang="en-US" sz="800"/>
          </a:p>
        </p:txBody>
      </p:sp>
      <p:sp>
        <p:nvSpPr>
          <p:cNvPr id="10" name="Shape 8"/>
          <p:cNvSpPr/>
          <p:nvPr/>
        </p:nvSpPr>
        <p:spPr>
          <a:xfrm>
            <a:off x="274320" y="1545336"/>
            <a:ext cx="3977640" cy="566928"/>
          </a:xfrm>
          <a:prstGeom prst="rect">
            <a:avLst/>
          </a:prstGeom>
          <a:solidFill>
            <a:srgbClr val="2A1A3A"/>
          </a:solidFill>
          <a:ln w="12700">
            <a:solidFill>
              <a:srgbClr val="CC88FF"/>
            </a:solidFill>
            <a:prstDash val="solid"/>
          </a:ln>
          <a:effectLst>
            <a:outerShdw blurRad="889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274320" y="1545336"/>
            <a:ext cx="594360" cy="566928"/>
          </a:xfrm>
          <a:prstGeom prst="rect">
            <a:avLst/>
          </a:prstGeom>
          <a:solidFill>
            <a:srgbClr val="CC88FF"/>
          </a:solidFill>
          <a:ln w="12700">
            <a:solidFill>
              <a:srgbClr val="CC88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274320" y="1545336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900"/>
          </a:p>
        </p:txBody>
      </p:sp>
      <p:sp>
        <p:nvSpPr>
          <p:cNvPr id="13" name="Text 11"/>
          <p:cNvSpPr/>
          <p:nvPr/>
        </p:nvSpPr>
        <p:spPr>
          <a:xfrm>
            <a:off x="932688" y="1581912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Diarización</a:t>
            </a:r>
            <a:endParaRPr lang="en-US" sz="1100"/>
          </a:p>
        </p:txBody>
      </p:sp>
      <p:sp>
        <p:nvSpPr>
          <p:cNvPr id="14" name="Text 12"/>
          <p:cNvSpPr/>
          <p:nvPr/>
        </p:nvSpPr>
        <p:spPr>
          <a:xfrm>
            <a:off x="932688" y="1847088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DiarizationAgent v2.3 · gpt-4o-mini · ASESOR vs LEAD</a:t>
            </a:r>
            <a:endParaRPr lang="en-US" sz="800"/>
          </a:p>
        </p:txBody>
      </p:sp>
      <p:sp>
        <p:nvSpPr>
          <p:cNvPr id="15" name="Shape 13"/>
          <p:cNvSpPr/>
          <p:nvPr/>
        </p:nvSpPr>
        <p:spPr>
          <a:xfrm>
            <a:off x="274320" y="2176272"/>
            <a:ext cx="3977640" cy="566928"/>
          </a:xfrm>
          <a:prstGeom prst="rect">
            <a:avLst/>
          </a:prstGeom>
          <a:solidFill>
            <a:srgbClr val="0A2A1A"/>
          </a:solidFill>
          <a:ln w="12700">
            <a:solidFill>
              <a:srgbClr val="48BB78"/>
            </a:solidFill>
            <a:prstDash val="solid"/>
          </a:ln>
          <a:effectLst>
            <a:outerShdw blurRad="889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6" name="Shape 14"/>
          <p:cNvSpPr/>
          <p:nvPr/>
        </p:nvSpPr>
        <p:spPr>
          <a:xfrm>
            <a:off x="274320" y="2176272"/>
            <a:ext cx="594360" cy="566928"/>
          </a:xfrm>
          <a:prstGeom prst="rect">
            <a:avLst/>
          </a:prstGeom>
          <a:solidFill>
            <a:srgbClr val="48BB78"/>
          </a:solidFill>
          <a:ln w="12700">
            <a:solidFill>
              <a:srgbClr val="48BB7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274320" y="2176272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900"/>
          </a:p>
        </p:txBody>
      </p:sp>
      <p:sp>
        <p:nvSpPr>
          <p:cNvPr id="18" name="Text 16"/>
          <p:cNvSpPr/>
          <p:nvPr/>
        </p:nvSpPr>
        <p:spPr>
          <a:xfrm>
            <a:off x="932688" y="2212848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RAG</a:t>
            </a:r>
            <a:endParaRPr lang="en-US" sz="1100"/>
          </a:p>
        </p:txBody>
      </p:sp>
      <p:sp>
        <p:nvSpPr>
          <p:cNvPr id="19" name="Text 17"/>
          <p:cNvSpPr/>
          <p:nvPr/>
        </p:nvSpPr>
        <p:spPr>
          <a:xfrm>
            <a:off x="932688" y="2478024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Temas (8 max) + Contexto Lead · gpt-4o-mini</a:t>
            </a:r>
            <a:endParaRPr lang="en-US" sz="800"/>
          </a:p>
        </p:txBody>
      </p:sp>
      <p:sp>
        <p:nvSpPr>
          <p:cNvPr id="20" name="Shape 18"/>
          <p:cNvSpPr/>
          <p:nvPr/>
        </p:nvSpPr>
        <p:spPr>
          <a:xfrm>
            <a:off x="274320" y="2807208"/>
            <a:ext cx="3977640" cy="566928"/>
          </a:xfrm>
          <a:prstGeom prst="rect">
            <a:avLst/>
          </a:prstGeom>
          <a:solidFill>
            <a:srgbClr val="3A0A0A"/>
          </a:solidFill>
          <a:ln w="12700">
            <a:solidFill>
              <a:srgbClr val="E53E3E"/>
            </a:solidFill>
            <a:prstDash val="solid"/>
          </a:ln>
          <a:effectLst>
            <a:outerShdw blurRad="889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1" name="Shape 19"/>
          <p:cNvSpPr/>
          <p:nvPr/>
        </p:nvSpPr>
        <p:spPr>
          <a:xfrm>
            <a:off x="274320" y="2807208"/>
            <a:ext cx="594360" cy="566928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274320" y="2807208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900"/>
          </a:p>
        </p:txBody>
      </p:sp>
      <p:sp>
        <p:nvSpPr>
          <p:cNvPr id="23" name="Text 21"/>
          <p:cNvSpPr/>
          <p:nvPr/>
        </p:nvSpPr>
        <p:spPr>
          <a:xfrm>
            <a:off x="932688" y="2843784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Evaluaciones</a:t>
            </a:r>
            <a:endParaRPr lang="en-US" sz="1100"/>
          </a:p>
        </p:txBody>
      </p:sp>
      <p:sp>
        <p:nvSpPr>
          <p:cNvPr id="24" name="Text 22"/>
          <p:cNvSpPr/>
          <p:nvPr/>
        </p:nvSpPr>
        <p:spPr>
          <a:xfrm>
            <a:off x="932688" y="3108960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críticos individual + 2 batch · gpt-5-mini · ~14 calls</a:t>
            </a:r>
            <a:endParaRPr lang="en-US" sz="800"/>
          </a:p>
        </p:txBody>
      </p:sp>
      <p:sp>
        <p:nvSpPr>
          <p:cNvPr id="25" name="Shape 23"/>
          <p:cNvSpPr/>
          <p:nvPr/>
        </p:nvSpPr>
        <p:spPr>
          <a:xfrm>
            <a:off x="274320" y="3438144"/>
            <a:ext cx="3977640" cy="566928"/>
          </a:xfrm>
          <a:prstGeom prst="rect">
            <a:avLst/>
          </a:prstGeom>
          <a:solidFill>
            <a:srgbClr val="3A2A0A"/>
          </a:solidFill>
          <a:ln w="12700">
            <a:solidFill>
              <a:srgbClr val="F6AD55"/>
            </a:solidFill>
            <a:prstDash val="solid"/>
          </a:ln>
          <a:effectLst>
            <a:outerShdw blurRad="889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6" name="Shape 24"/>
          <p:cNvSpPr/>
          <p:nvPr/>
        </p:nvSpPr>
        <p:spPr>
          <a:xfrm>
            <a:off x="274320" y="3438144"/>
            <a:ext cx="594360" cy="566928"/>
          </a:xfrm>
          <a:prstGeom prst="rect">
            <a:avLst/>
          </a:prstGeom>
          <a:solidFill>
            <a:srgbClr val="F6AD55"/>
          </a:solidFill>
          <a:ln w="12700">
            <a:solidFill>
              <a:srgbClr val="F6AD5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Text 25"/>
          <p:cNvSpPr/>
          <p:nvPr/>
        </p:nvSpPr>
        <p:spPr>
          <a:xfrm>
            <a:off x="274320" y="3438144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3.5</a:t>
            </a:r>
            <a:endParaRPr lang="en-US" sz="900"/>
          </a:p>
        </p:txBody>
      </p:sp>
      <p:sp>
        <p:nvSpPr>
          <p:cNvPr id="28" name="Text 26"/>
          <p:cNvSpPr/>
          <p:nvPr/>
        </p:nvSpPr>
        <p:spPr>
          <a:xfrm>
            <a:off x="932688" y="347472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Sheriff</a:t>
            </a:r>
            <a:endParaRPr lang="en-US" sz="1100"/>
          </a:p>
        </p:txBody>
      </p:sp>
      <p:sp>
        <p:nvSpPr>
          <p:cNvPr id="29" name="Text 27"/>
          <p:cNvSpPr/>
          <p:nvPr/>
        </p:nvSpPr>
        <p:spPr>
          <a:xfrm>
            <a:off x="932688" y="3739896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rapidfuzz 85% · validación evidencias LLM</a:t>
            </a:r>
            <a:endParaRPr lang="en-US" sz="800"/>
          </a:p>
        </p:txBody>
      </p:sp>
      <p:sp>
        <p:nvSpPr>
          <p:cNvPr id="30" name="Shape 28"/>
          <p:cNvSpPr/>
          <p:nvPr/>
        </p:nvSpPr>
        <p:spPr>
          <a:xfrm>
            <a:off x="274320" y="4069080"/>
            <a:ext cx="3977640" cy="566928"/>
          </a:xfrm>
          <a:prstGeom prst="rect">
            <a:avLst/>
          </a:prstGeom>
          <a:solidFill>
            <a:srgbClr val="0A1A3A"/>
          </a:solidFill>
          <a:ln w="12700">
            <a:solidFill>
              <a:srgbClr val="00C8FF"/>
            </a:solidFill>
            <a:prstDash val="solid"/>
          </a:ln>
          <a:effectLst>
            <a:outerShdw blurRad="889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1" name="Shape 29"/>
          <p:cNvSpPr/>
          <p:nvPr/>
        </p:nvSpPr>
        <p:spPr>
          <a:xfrm>
            <a:off x="274320" y="4069080"/>
            <a:ext cx="594360" cy="566928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2" name="Text 30"/>
          <p:cNvSpPr/>
          <p:nvPr/>
        </p:nvSpPr>
        <p:spPr>
          <a:xfrm>
            <a:off x="274320" y="4069080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900"/>
          </a:p>
        </p:txBody>
      </p:sp>
      <p:sp>
        <p:nvSpPr>
          <p:cNvPr id="33" name="Text 31"/>
          <p:cNvSpPr/>
          <p:nvPr/>
        </p:nvSpPr>
        <p:spPr>
          <a:xfrm>
            <a:off x="932688" y="4105656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Síntesis + PDF</a:t>
            </a:r>
            <a:endParaRPr lang="en-US" sz="1100"/>
          </a:p>
        </p:txBody>
      </p:sp>
      <p:sp>
        <p:nvSpPr>
          <p:cNvPr id="34" name="Text 32"/>
          <p:cNvSpPr/>
          <p:nvPr/>
        </p:nvSpPr>
        <p:spPr>
          <a:xfrm>
            <a:off x="932688" y="4370832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Mayoría Python (sin LLM) · FPDF report · Supabase write</a:t>
            </a:r>
            <a:endParaRPr lang="en-US" sz="800"/>
          </a:p>
        </p:txBody>
      </p:sp>
      <p:sp>
        <p:nvSpPr>
          <p:cNvPr id="35" name="Text 33"/>
          <p:cNvSpPr/>
          <p:nvPr/>
        </p:nvSpPr>
        <p:spPr>
          <a:xfrm>
            <a:off x="4480560" y="9144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AGENTES DE EVALUACIÓN</a:t>
            </a:r>
            <a:endParaRPr lang="en-US" sz="1000"/>
          </a:p>
        </p:txBody>
      </p:sp>
      <p:sp>
        <p:nvSpPr>
          <p:cNvPr id="36" name="Shape 34"/>
          <p:cNvSpPr/>
          <p:nvPr/>
        </p:nvSpPr>
        <p:spPr>
          <a:xfrm>
            <a:off x="4480560" y="1234440"/>
            <a:ext cx="2103120" cy="1024128"/>
          </a:xfrm>
          <a:prstGeom prst="rect">
            <a:avLst/>
          </a:prstGeom>
          <a:solidFill>
            <a:srgbClr val="3A0A0A"/>
          </a:solidFill>
          <a:ln w="19050">
            <a:solidFill>
              <a:srgbClr val="E53E3E"/>
            </a:solidFill>
            <a:prstDash val="solid"/>
          </a:ln>
          <a:effectLst>
            <a:outerShdw blurRad="889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7" name="Shape 35"/>
          <p:cNvSpPr/>
          <p:nvPr/>
        </p:nvSpPr>
        <p:spPr>
          <a:xfrm>
            <a:off x="4480560" y="1234440"/>
            <a:ext cx="2103120" cy="301752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8" name="Text 36"/>
          <p:cNvSpPr/>
          <p:nvPr/>
        </p:nvSpPr>
        <p:spPr>
          <a:xfrm>
            <a:off x="4480560" y="125272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InvestigaciónAgent</a:t>
            </a:r>
            <a:endParaRPr lang="en-US" sz="900"/>
          </a:p>
        </p:txBody>
      </p:sp>
      <p:sp>
        <p:nvSpPr>
          <p:cNvPr id="39" name="Text 37"/>
          <p:cNvSpPr/>
          <p:nvPr/>
        </p:nvSpPr>
        <p:spPr>
          <a:xfrm>
            <a:off x="4480560" y="157276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E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Investigación</a:t>
            </a:r>
            <a:endParaRPr lang="en-US" sz="1000"/>
          </a:p>
        </p:txBody>
      </p:sp>
      <p:sp>
        <p:nvSpPr>
          <p:cNvPr id="40" name="Text 38"/>
          <p:cNvSpPr/>
          <p:nvPr/>
        </p:nvSpPr>
        <p:spPr>
          <a:xfrm>
            <a:off x="4480560" y="189280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gpt-5-mini ★</a:t>
            </a:r>
            <a:endParaRPr lang="en-US" sz="850"/>
          </a:p>
        </p:txBody>
      </p:sp>
      <p:sp>
        <p:nvSpPr>
          <p:cNvPr id="41" name="Shape 39"/>
          <p:cNvSpPr/>
          <p:nvPr/>
        </p:nvSpPr>
        <p:spPr>
          <a:xfrm>
            <a:off x="6720840" y="1234440"/>
            <a:ext cx="2103120" cy="1024128"/>
          </a:xfrm>
          <a:prstGeom prst="rect">
            <a:avLst/>
          </a:prstGeom>
          <a:solidFill>
            <a:srgbClr val="0A2A3A"/>
          </a:solidFill>
          <a:ln w="19050">
            <a:solidFill>
              <a:srgbClr val="00C8FF"/>
            </a:solidFill>
            <a:prstDash val="solid"/>
          </a:ln>
          <a:effectLst>
            <a:outerShdw blurRad="889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42" name="Shape 40"/>
          <p:cNvSpPr/>
          <p:nvPr/>
        </p:nvSpPr>
        <p:spPr>
          <a:xfrm>
            <a:off x="6720840" y="1234440"/>
            <a:ext cx="2103120" cy="301752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3" name="Text 41"/>
          <p:cNvSpPr/>
          <p:nvPr/>
        </p:nvSpPr>
        <p:spPr>
          <a:xfrm>
            <a:off x="6720840" y="125272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PropuestaValorAgent</a:t>
            </a:r>
            <a:endParaRPr lang="en-US" sz="900"/>
          </a:p>
        </p:txBody>
      </p:sp>
      <p:sp>
        <p:nvSpPr>
          <p:cNvPr id="44" name="Text 42"/>
          <p:cNvSpPr/>
          <p:nvPr/>
        </p:nvSpPr>
        <p:spPr>
          <a:xfrm>
            <a:off x="6720840" y="157276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E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de Valor</a:t>
            </a:r>
            <a:endParaRPr lang="en-US" sz="1000"/>
          </a:p>
        </p:txBody>
      </p:sp>
      <p:sp>
        <p:nvSpPr>
          <p:cNvPr id="45" name="Text 43"/>
          <p:cNvSpPr/>
          <p:nvPr/>
        </p:nvSpPr>
        <p:spPr>
          <a:xfrm>
            <a:off x="6720840" y="189280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gpt-5-mini [batch]</a:t>
            </a:r>
            <a:endParaRPr lang="en-US" sz="850"/>
          </a:p>
        </p:txBody>
      </p:sp>
      <p:sp>
        <p:nvSpPr>
          <p:cNvPr id="46" name="Shape 44"/>
          <p:cNvSpPr/>
          <p:nvPr/>
        </p:nvSpPr>
        <p:spPr>
          <a:xfrm>
            <a:off x="4480560" y="2368296"/>
            <a:ext cx="2103120" cy="1024128"/>
          </a:xfrm>
          <a:prstGeom prst="rect">
            <a:avLst/>
          </a:prstGeom>
          <a:solidFill>
            <a:srgbClr val="3A0A0A"/>
          </a:solidFill>
          <a:ln w="19050">
            <a:solidFill>
              <a:srgbClr val="E53E3E"/>
            </a:solidFill>
            <a:prstDash val="solid"/>
          </a:ln>
          <a:effectLst>
            <a:outerShdw blurRad="889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47" name="Shape 45"/>
          <p:cNvSpPr/>
          <p:nvPr/>
        </p:nvSpPr>
        <p:spPr>
          <a:xfrm>
            <a:off x="4480560" y="2368296"/>
            <a:ext cx="2103120" cy="301752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8" name="Text 46"/>
          <p:cNvSpPr/>
          <p:nvPr/>
        </p:nvSpPr>
        <p:spPr>
          <a:xfrm>
            <a:off x="4480560" y="238658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AdmisionEconAgent</a:t>
            </a:r>
            <a:endParaRPr lang="en-US" sz="900"/>
          </a:p>
        </p:txBody>
      </p:sp>
      <p:sp>
        <p:nvSpPr>
          <p:cNvPr id="49" name="Text 47"/>
          <p:cNvSpPr/>
          <p:nvPr/>
        </p:nvSpPr>
        <p:spPr>
          <a:xfrm>
            <a:off x="4480560" y="270662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E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Admisión Económica</a:t>
            </a:r>
            <a:endParaRPr lang="en-US" sz="1000"/>
          </a:p>
        </p:txBody>
      </p:sp>
      <p:sp>
        <p:nvSpPr>
          <p:cNvPr id="50" name="Text 48"/>
          <p:cNvSpPr/>
          <p:nvPr/>
        </p:nvSpPr>
        <p:spPr>
          <a:xfrm>
            <a:off x="4480560" y="302666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gpt-5-mini ★</a:t>
            </a:r>
            <a:endParaRPr lang="en-US" sz="850"/>
          </a:p>
        </p:txBody>
      </p:sp>
      <p:sp>
        <p:nvSpPr>
          <p:cNvPr id="51" name="Shape 49"/>
          <p:cNvSpPr/>
          <p:nvPr/>
        </p:nvSpPr>
        <p:spPr>
          <a:xfrm>
            <a:off x="6720840" y="2368296"/>
            <a:ext cx="2103120" cy="1024128"/>
          </a:xfrm>
          <a:prstGeom prst="rect">
            <a:avLst/>
          </a:prstGeom>
          <a:solidFill>
            <a:srgbClr val="0A2A3A"/>
          </a:solidFill>
          <a:ln w="19050">
            <a:solidFill>
              <a:srgbClr val="00C8FF"/>
            </a:solidFill>
            <a:prstDash val="solid"/>
          </a:ln>
          <a:effectLst>
            <a:outerShdw blurRad="889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2" name="Shape 50"/>
          <p:cNvSpPr/>
          <p:nvPr/>
        </p:nvSpPr>
        <p:spPr>
          <a:xfrm>
            <a:off x="6720840" y="2368296"/>
            <a:ext cx="2103120" cy="301752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3" name="Text 51"/>
          <p:cNvSpPr/>
          <p:nvPr/>
        </p:nvSpPr>
        <p:spPr>
          <a:xfrm>
            <a:off x="6720840" y="238658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EstiloAgent</a:t>
            </a:r>
            <a:endParaRPr lang="en-US" sz="900"/>
          </a:p>
        </p:txBody>
      </p:sp>
      <p:sp>
        <p:nvSpPr>
          <p:cNvPr id="54" name="Text 52"/>
          <p:cNvSpPr/>
          <p:nvPr/>
        </p:nvSpPr>
        <p:spPr>
          <a:xfrm>
            <a:off x="6720840" y="270662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E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Estilo Comunicación</a:t>
            </a:r>
            <a:endParaRPr lang="en-US" sz="1000"/>
          </a:p>
        </p:txBody>
      </p:sp>
      <p:sp>
        <p:nvSpPr>
          <p:cNvPr id="55" name="Text 53"/>
          <p:cNvSpPr/>
          <p:nvPr/>
        </p:nvSpPr>
        <p:spPr>
          <a:xfrm>
            <a:off x="6720840" y="302666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gpt-5-mini [batch]</a:t>
            </a:r>
            <a:endParaRPr lang="en-US" sz="850"/>
          </a:p>
        </p:txBody>
      </p:sp>
      <p:sp>
        <p:nvSpPr>
          <p:cNvPr id="56" name="Shape 54"/>
          <p:cNvSpPr/>
          <p:nvPr/>
        </p:nvSpPr>
        <p:spPr>
          <a:xfrm>
            <a:off x="4480560" y="3502152"/>
            <a:ext cx="2103120" cy="1024128"/>
          </a:xfrm>
          <a:prstGeom prst="rect">
            <a:avLst/>
          </a:prstGeom>
          <a:solidFill>
            <a:srgbClr val="3A0A0A"/>
          </a:solidFill>
          <a:ln w="19050">
            <a:solidFill>
              <a:srgbClr val="E53E3E"/>
            </a:solidFill>
            <a:prstDash val="solid"/>
          </a:ln>
          <a:effectLst>
            <a:outerShdw blurRad="889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7" name="Shape 55"/>
          <p:cNvSpPr/>
          <p:nvPr/>
        </p:nvSpPr>
        <p:spPr>
          <a:xfrm>
            <a:off x="4480560" y="3502152"/>
            <a:ext cx="2103120" cy="301752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8" name="Text 56"/>
          <p:cNvSpPr/>
          <p:nvPr/>
        </p:nvSpPr>
        <p:spPr>
          <a:xfrm>
            <a:off x="4480560" y="352044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ObjecionesAgent</a:t>
            </a:r>
            <a:endParaRPr lang="en-US" sz="900"/>
          </a:p>
        </p:txBody>
      </p:sp>
      <p:sp>
        <p:nvSpPr>
          <p:cNvPr id="59" name="Text 57"/>
          <p:cNvSpPr/>
          <p:nvPr/>
        </p:nvSpPr>
        <p:spPr>
          <a:xfrm>
            <a:off x="4480560" y="38404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E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Manejo Objeciones</a:t>
            </a:r>
            <a:endParaRPr lang="en-US" sz="1000"/>
          </a:p>
        </p:txBody>
      </p:sp>
      <p:sp>
        <p:nvSpPr>
          <p:cNvPr id="60" name="Text 58"/>
          <p:cNvSpPr/>
          <p:nvPr/>
        </p:nvSpPr>
        <p:spPr>
          <a:xfrm>
            <a:off x="4480560" y="416052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gpt-5-mini ★</a:t>
            </a:r>
            <a:endParaRPr lang="en-US" sz="850"/>
          </a:p>
        </p:txBody>
      </p:sp>
      <p:sp>
        <p:nvSpPr>
          <p:cNvPr id="61" name="Shape 59"/>
          <p:cNvSpPr/>
          <p:nvPr/>
        </p:nvSpPr>
        <p:spPr>
          <a:xfrm>
            <a:off x="6720840" y="3502152"/>
            <a:ext cx="2103120" cy="1024128"/>
          </a:xfrm>
          <a:prstGeom prst="rect">
            <a:avLst/>
          </a:prstGeom>
          <a:solidFill>
            <a:srgbClr val="3A0A0A"/>
          </a:solidFill>
          <a:ln w="19050">
            <a:solidFill>
              <a:srgbClr val="E53E3E"/>
            </a:solidFill>
            <a:prstDash val="solid"/>
          </a:ln>
          <a:effectLst>
            <a:outerShdw blurRad="889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2" name="Shape 60"/>
          <p:cNvSpPr/>
          <p:nvPr/>
        </p:nvSpPr>
        <p:spPr>
          <a:xfrm>
            <a:off x="6720840" y="3502152"/>
            <a:ext cx="2103120" cy="301752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3" name="Text 61"/>
          <p:cNvSpPr/>
          <p:nvPr/>
        </p:nvSpPr>
        <p:spPr>
          <a:xfrm>
            <a:off x="6720840" y="352044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CierreAgent</a:t>
            </a:r>
            <a:endParaRPr lang="en-US" sz="900"/>
          </a:p>
        </p:txBody>
      </p:sp>
      <p:sp>
        <p:nvSpPr>
          <p:cNvPr id="64" name="Text 62"/>
          <p:cNvSpPr/>
          <p:nvPr/>
        </p:nvSpPr>
        <p:spPr>
          <a:xfrm>
            <a:off x="6720840" y="38404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E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y Prox. Pasos</a:t>
            </a:r>
            <a:endParaRPr lang="en-US" sz="1000"/>
          </a:p>
        </p:txBody>
      </p:sp>
      <p:sp>
        <p:nvSpPr>
          <p:cNvPr id="65" name="Text 63"/>
          <p:cNvSpPr/>
          <p:nvPr/>
        </p:nvSpPr>
        <p:spPr>
          <a:xfrm>
            <a:off x="6720840" y="416052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gpt-5-mini ★</a:t>
            </a:r>
            <a:endParaRPr lang="en-US" sz="850"/>
          </a:p>
        </p:txBody>
      </p:sp>
      <p:sp>
        <p:nvSpPr>
          <p:cNvPr id="66" name="Shape 64"/>
          <p:cNvSpPr/>
          <p:nvPr/>
        </p:nvSpPr>
        <p:spPr>
          <a:xfrm>
            <a:off x="4480560" y="4645152"/>
            <a:ext cx="4389120" cy="128016"/>
          </a:xfrm>
          <a:prstGeom prst="rect">
            <a:avLst/>
          </a:prstGeom>
          <a:solidFill>
            <a:srgbClr val="1A2F4A"/>
          </a:solidFill>
          <a:ln w="6350">
            <a:solidFill>
              <a:srgbClr val="8B9DC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7" name="Text 65"/>
          <p:cNvSpPr/>
          <p:nvPr/>
        </p:nvSpPr>
        <p:spPr>
          <a:xfrm>
            <a:off x="4526280" y="4645152"/>
            <a:ext cx="4297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FF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Individual (máx. calidad)  </a:t>
            </a:r>
            <a:r>
              <a:rPr lang="en-US" sz="75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[batch] = 2 agentes / 1 llamada API · ~45% ahorro tokens</a:t>
            </a:r>
            <a:endParaRPr lang="en-US" sz="750"/>
          </a:p>
        </p:txBody>
      </p:sp>
      <p:sp>
        <p:nvSpPr>
          <p:cNvPr id="68" name="Shape 66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060E1A"/>
          </a:solidFill>
          <a:ln w="12700">
            <a:solidFill>
              <a:srgbClr val="060E1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9" name="Text 67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8B9DC3"/>
                </a:solidFill>
              </a:rPr>
              <a:t>CENTAURO · Arquitectura Técnica · OBS Business School · BI Team 2026</a:t>
            </a:r>
            <a:endParaRPr lang="en-US" sz="10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4572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686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kern="0" spc="20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 · MODELOS LLM · Qué hace cada uno</a:t>
            </a:r>
            <a:endParaRPr lang="en-US" sz="210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2743200" cy="3611880"/>
          </a:xfrm>
          <a:prstGeom prst="rect">
            <a:avLst/>
          </a:prstGeom>
          <a:solidFill>
            <a:srgbClr val="8B0000"/>
          </a:solidFill>
          <a:ln w="19050">
            <a:solidFill>
              <a:srgbClr val="E53E3E"/>
            </a:solidFill>
            <a:prstDash val="solid"/>
          </a:ln>
          <a:effectLst>
            <a:outerShdw blurRad="889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2743200" cy="530352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274320" y="93268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gpt-5-mini</a:t>
            </a:r>
            <a:endParaRPr lang="en-US" sz="1400"/>
          </a:p>
        </p:txBody>
      </p:sp>
      <p:sp>
        <p:nvSpPr>
          <p:cNvPr id="8" name="Text 6"/>
          <p:cNvSpPr/>
          <p:nvPr/>
        </p:nvSpPr>
        <p:spPr>
          <a:xfrm>
            <a:off x="274320" y="125272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900"/>
          </a:p>
        </p:txBody>
      </p:sp>
      <p:sp>
        <p:nvSpPr>
          <p:cNvPr id="9" name="Text 7"/>
          <p:cNvSpPr/>
          <p:nvPr/>
        </p:nvSpPr>
        <p:spPr>
          <a:xfrm>
            <a:off x="274320" y="1508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E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Evaluaciones Críticas</a:t>
            </a:r>
            <a:endParaRPr lang="en-US" sz="1100"/>
          </a:p>
        </p:txBody>
      </p:sp>
      <p:sp>
        <p:nvSpPr>
          <p:cNvPr id="10" name="Text 8"/>
          <p:cNvSpPr/>
          <p:nvPr/>
        </p:nvSpPr>
        <p:spPr>
          <a:xfrm>
            <a:off x="365760" y="182880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D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950" b="1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Coste: </a:t>
            </a:r>
            <a:r>
              <a:rPr lang="en-US" sz="950">
                <a:solidFill>
                  <a:srgbClr val="D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$0.15 · Output $2.00 /1M tok</a:t>
            </a:r>
            <a:endParaRPr lang="en-US" sz="950"/>
          </a:p>
        </p:txBody>
      </p:sp>
      <p:sp>
        <p:nvSpPr>
          <p:cNvPr id="11" name="Shape 9"/>
          <p:cNvSpPr/>
          <p:nvPr/>
        </p:nvSpPr>
        <p:spPr>
          <a:xfrm>
            <a:off x="365760" y="2532888"/>
            <a:ext cx="2560320" cy="18288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365760" y="26060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lang="en-US" sz="950">
                <a:solidFill>
                  <a:srgbClr val="D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InvestigaciónAgent</a:t>
            </a:r>
            <a:endParaRPr lang="en-US" sz="950"/>
          </a:p>
        </p:txBody>
      </p:sp>
      <p:sp>
        <p:nvSpPr>
          <p:cNvPr id="13" name="Text 11"/>
          <p:cNvSpPr/>
          <p:nvPr/>
        </p:nvSpPr>
        <p:spPr>
          <a:xfrm>
            <a:off x="365760" y="290779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lang="en-US" sz="950">
                <a:solidFill>
                  <a:srgbClr val="D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AdmisionEconAgent</a:t>
            </a:r>
            <a:endParaRPr lang="en-US" sz="950"/>
          </a:p>
        </p:txBody>
      </p:sp>
      <p:sp>
        <p:nvSpPr>
          <p:cNvPr id="14" name="Text 12"/>
          <p:cNvSpPr/>
          <p:nvPr/>
        </p:nvSpPr>
        <p:spPr>
          <a:xfrm>
            <a:off x="365760" y="320954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lang="en-US" sz="950">
                <a:solidFill>
                  <a:srgbClr val="D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ObjecionesAgent</a:t>
            </a:r>
            <a:endParaRPr lang="en-US" sz="950"/>
          </a:p>
        </p:txBody>
      </p:sp>
      <p:sp>
        <p:nvSpPr>
          <p:cNvPr id="15" name="Text 13"/>
          <p:cNvSpPr/>
          <p:nvPr/>
        </p:nvSpPr>
        <p:spPr>
          <a:xfrm>
            <a:off x="365760" y="351129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lang="en-US" sz="950">
                <a:solidFill>
                  <a:srgbClr val="D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CierreAgent</a:t>
            </a:r>
            <a:endParaRPr lang="en-US" sz="950"/>
          </a:p>
        </p:txBody>
      </p:sp>
      <p:sp>
        <p:nvSpPr>
          <p:cNvPr id="16" name="Text 14"/>
          <p:cNvSpPr/>
          <p:nvPr/>
        </p:nvSpPr>
        <p:spPr>
          <a:xfrm>
            <a:off x="365760" y="381304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lang="en-US" sz="950">
                <a:solidFill>
                  <a:srgbClr val="D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PropuestaValor+Estilo (batch)</a:t>
            </a:r>
            <a:endParaRPr lang="en-US" sz="950"/>
          </a:p>
        </p:txBody>
      </p:sp>
      <p:sp>
        <p:nvSpPr>
          <p:cNvPr id="17" name="Shape 15"/>
          <p:cNvSpPr/>
          <p:nvPr/>
        </p:nvSpPr>
        <p:spPr>
          <a:xfrm>
            <a:off x="3218688" y="914400"/>
            <a:ext cx="2743200" cy="3611880"/>
          </a:xfrm>
          <a:prstGeom prst="rect">
            <a:avLst/>
          </a:prstGeom>
          <a:solidFill>
            <a:srgbClr val="00008B"/>
          </a:solidFill>
          <a:ln w="19050">
            <a:solidFill>
              <a:srgbClr val="4488FF"/>
            </a:solidFill>
            <a:prstDash val="solid"/>
          </a:ln>
          <a:effectLst>
            <a:outerShdw blurRad="889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8" name="Shape 16"/>
          <p:cNvSpPr/>
          <p:nvPr/>
        </p:nvSpPr>
        <p:spPr>
          <a:xfrm>
            <a:off x="3218688" y="914400"/>
            <a:ext cx="2743200" cy="530352"/>
          </a:xfrm>
          <a:prstGeom prst="rect">
            <a:avLst/>
          </a:prstGeom>
          <a:solidFill>
            <a:srgbClr val="4488FF"/>
          </a:solidFill>
          <a:ln w="12700">
            <a:solidFill>
              <a:srgbClr val="4488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3218688" y="93268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gpt-4o-mini</a:t>
            </a:r>
            <a:endParaRPr lang="en-US" sz="1400"/>
          </a:p>
        </p:txBody>
      </p:sp>
      <p:sp>
        <p:nvSpPr>
          <p:cNvPr id="20" name="Text 18"/>
          <p:cNvSpPr/>
          <p:nvPr/>
        </p:nvSpPr>
        <p:spPr>
          <a:xfrm>
            <a:off x="3218688" y="125272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900"/>
          </a:p>
        </p:txBody>
      </p:sp>
      <p:sp>
        <p:nvSpPr>
          <p:cNvPr id="21" name="Text 19"/>
          <p:cNvSpPr/>
          <p:nvPr/>
        </p:nvSpPr>
        <p:spPr>
          <a:xfrm>
            <a:off x="3218688" y="1508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E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 y Utilidades</a:t>
            </a:r>
            <a:endParaRPr lang="en-US" sz="1100"/>
          </a:p>
        </p:txBody>
      </p:sp>
      <p:sp>
        <p:nvSpPr>
          <p:cNvPr id="22" name="Text 20"/>
          <p:cNvSpPr/>
          <p:nvPr/>
        </p:nvSpPr>
        <p:spPr>
          <a:xfrm>
            <a:off x="3310128" y="182880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D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950" b="1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Coste: </a:t>
            </a:r>
            <a:r>
              <a:rPr lang="en-US" sz="950">
                <a:solidFill>
                  <a:srgbClr val="D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$0.075 · Output $0.60 /1M tok</a:t>
            </a:r>
            <a:endParaRPr lang="en-US" sz="950"/>
          </a:p>
        </p:txBody>
      </p:sp>
      <p:sp>
        <p:nvSpPr>
          <p:cNvPr id="23" name="Shape 21"/>
          <p:cNvSpPr/>
          <p:nvPr/>
        </p:nvSpPr>
        <p:spPr>
          <a:xfrm>
            <a:off x="3310128" y="2532888"/>
            <a:ext cx="2560320" cy="18288"/>
          </a:xfrm>
          <a:prstGeom prst="rect">
            <a:avLst/>
          </a:prstGeom>
          <a:solidFill>
            <a:srgbClr val="4488FF"/>
          </a:solidFill>
          <a:ln w="12700">
            <a:solidFill>
              <a:srgbClr val="4488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Text 22"/>
          <p:cNvSpPr/>
          <p:nvPr/>
        </p:nvSpPr>
        <p:spPr>
          <a:xfrm>
            <a:off x="3310128" y="26060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448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lang="en-US" sz="950">
                <a:solidFill>
                  <a:srgbClr val="D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Diarización (classify+batch)</a:t>
            </a:r>
            <a:endParaRPr lang="en-US" sz="950"/>
          </a:p>
        </p:txBody>
      </p:sp>
      <p:sp>
        <p:nvSpPr>
          <p:cNvPr id="25" name="Text 23"/>
          <p:cNvSpPr/>
          <p:nvPr/>
        </p:nvSpPr>
        <p:spPr>
          <a:xfrm>
            <a:off x="3310128" y="290779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448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lang="en-US" sz="950">
                <a:solidFill>
                  <a:srgbClr val="D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Extracción de temas RAG</a:t>
            </a:r>
            <a:endParaRPr lang="en-US" sz="950"/>
          </a:p>
        </p:txBody>
      </p:sp>
      <p:sp>
        <p:nvSpPr>
          <p:cNvPr id="26" name="Text 24"/>
          <p:cNvSpPr/>
          <p:nvPr/>
        </p:nvSpPr>
        <p:spPr>
          <a:xfrm>
            <a:off x="3310128" y="320954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448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lang="en-US" sz="950">
                <a:solidFill>
                  <a:srgbClr val="D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contextual del lead</a:t>
            </a:r>
            <a:endParaRPr lang="en-US" sz="950"/>
          </a:p>
        </p:txBody>
      </p:sp>
      <p:sp>
        <p:nvSpPr>
          <p:cNvPr id="27" name="Text 25"/>
          <p:cNvSpPr/>
          <p:nvPr/>
        </p:nvSpPr>
        <p:spPr>
          <a:xfrm>
            <a:off x="3310128" y="351129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448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lang="en-US" sz="950">
                <a:solidFill>
                  <a:srgbClr val="D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interactivo Chainlit</a:t>
            </a:r>
            <a:endParaRPr lang="en-US" sz="950"/>
          </a:p>
        </p:txBody>
      </p:sp>
      <p:sp>
        <p:nvSpPr>
          <p:cNvPr id="28" name="Shape 26"/>
          <p:cNvSpPr/>
          <p:nvPr/>
        </p:nvSpPr>
        <p:spPr>
          <a:xfrm>
            <a:off x="6163056" y="914400"/>
            <a:ext cx="2743200" cy="3611880"/>
          </a:xfrm>
          <a:prstGeom prst="rect">
            <a:avLst/>
          </a:prstGeom>
          <a:solidFill>
            <a:srgbClr val="004A1A"/>
          </a:solidFill>
          <a:ln w="19050">
            <a:solidFill>
              <a:srgbClr val="48BB78"/>
            </a:solidFill>
            <a:prstDash val="solid"/>
          </a:ln>
          <a:effectLst>
            <a:outerShdw blurRad="889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9" name="Shape 27"/>
          <p:cNvSpPr/>
          <p:nvPr/>
        </p:nvSpPr>
        <p:spPr>
          <a:xfrm>
            <a:off x="6163056" y="914400"/>
            <a:ext cx="2743200" cy="530352"/>
          </a:xfrm>
          <a:prstGeom prst="rect">
            <a:avLst/>
          </a:prstGeom>
          <a:solidFill>
            <a:srgbClr val="48BB78"/>
          </a:solidFill>
          <a:ln w="12700">
            <a:solidFill>
              <a:srgbClr val="48BB7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0" name="Text 28"/>
          <p:cNvSpPr/>
          <p:nvPr/>
        </p:nvSpPr>
        <p:spPr>
          <a:xfrm>
            <a:off x="6163056" y="93268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text-emb-3-small</a:t>
            </a:r>
            <a:endParaRPr lang="en-US" sz="1400"/>
          </a:p>
        </p:txBody>
      </p:sp>
      <p:sp>
        <p:nvSpPr>
          <p:cNvPr id="31" name="Text 29"/>
          <p:cNvSpPr/>
          <p:nvPr/>
        </p:nvSpPr>
        <p:spPr>
          <a:xfrm>
            <a:off x="6163056" y="125272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Embeddings</a:t>
            </a:r>
            <a:endParaRPr lang="en-US" sz="900"/>
          </a:p>
        </p:txBody>
      </p:sp>
      <p:sp>
        <p:nvSpPr>
          <p:cNvPr id="32" name="Text 30"/>
          <p:cNvSpPr/>
          <p:nvPr/>
        </p:nvSpPr>
        <p:spPr>
          <a:xfrm>
            <a:off x="6163056" y="1508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E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Vectorial</a:t>
            </a:r>
            <a:endParaRPr lang="en-US" sz="1100"/>
          </a:p>
        </p:txBody>
      </p:sp>
      <p:sp>
        <p:nvSpPr>
          <p:cNvPr id="33" name="Text 31"/>
          <p:cNvSpPr/>
          <p:nvPr/>
        </p:nvSpPr>
        <p:spPr>
          <a:xfrm>
            <a:off x="6254496" y="182880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D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950" b="1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Coste: </a:t>
            </a:r>
            <a:r>
              <a:rPr lang="en-US" sz="950">
                <a:solidFill>
                  <a:srgbClr val="D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$0.02 / 1M tokens</a:t>
            </a:r>
            <a:endParaRPr lang="en-US" sz="950"/>
          </a:p>
        </p:txBody>
      </p:sp>
      <p:sp>
        <p:nvSpPr>
          <p:cNvPr id="34" name="Shape 32"/>
          <p:cNvSpPr/>
          <p:nvPr/>
        </p:nvSpPr>
        <p:spPr>
          <a:xfrm>
            <a:off x="6254496" y="2532888"/>
            <a:ext cx="2560320" cy="18288"/>
          </a:xfrm>
          <a:prstGeom prst="rect">
            <a:avLst/>
          </a:prstGeom>
          <a:solidFill>
            <a:srgbClr val="48BB78"/>
          </a:solidFill>
          <a:ln w="12700">
            <a:solidFill>
              <a:srgbClr val="48BB7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5" name="Text 33"/>
          <p:cNvSpPr/>
          <p:nvPr/>
        </p:nvSpPr>
        <p:spPr>
          <a:xfrm>
            <a:off x="6254496" y="26060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48B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lang="en-US" sz="950">
                <a:solidFill>
                  <a:srgbClr val="D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Indexación 6 colecciones ChromaDB</a:t>
            </a:r>
            <a:endParaRPr lang="en-US" sz="950"/>
          </a:p>
        </p:txBody>
      </p:sp>
      <p:sp>
        <p:nvSpPr>
          <p:cNvPr id="36" name="Text 34"/>
          <p:cNvSpPr/>
          <p:nvPr/>
        </p:nvSpPr>
        <p:spPr>
          <a:xfrm>
            <a:off x="6254496" y="290779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48B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lang="en-US" sz="950">
                <a:solidFill>
                  <a:srgbClr val="D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semánticas RAG</a:t>
            </a:r>
            <a:endParaRPr lang="en-US" sz="950"/>
          </a:p>
        </p:txBody>
      </p:sp>
      <p:sp>
        <p:nvSpPr>
          <p:cNvPr id="37" name="Text 35"/>
          <p:cNvSpPr/>
          <p:nvPr/>
        </p:nvSpPr>
        <p:spPr>
          <a:xfrm>
            <a:off x="6254496" y="320954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48B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lang="en-US" sz="950">
                <a:solidFill>
                  <a:srgbClr val="D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 buenas prácticas</a:t>
            </a:r>
            <a:endParaRPr lang="en-US" sz="950"/>
          </a:p>
        </p:txBody>
      </p:sp>
      <p:sp>
        <p:nvSpPr>
          <p:cNvPr id="38" name="Text 36"/>
          <p:cNvSpPr/>
          <p:nvPr/>
        </p:nvSpPr>
        <p:spPr>
          <a:xfrm>
            <a:off x="6254496" y="351129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48B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lang="en-US" sz="950">
                <a:solidFill>
                  <a:srgbClr val="D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 coaching ventas</a:t>
            </a:r>
            <a:endParaRPr lang="en-US" sz="950"/>
          </a:p>
        </p:txBody>
      </p:sp>
      <p:sp>
        <p:nvSpPr>
          <p:cNvPr id="39" name="Shape 37"/>
          <p:cNvSpPr/>
          <p:nvPr/>
        </p:nvSpPr>
        <p:spPr>
          <a:xfrm>
            <a:off x="274320" y="4590288"/>
            <a:ext cx="8595360" cy="182880"/>
          </a:xfrm>
          <a:prstGeom prst="rect">
            <a:avLst/>
          </a:prstGeom>
          <a:solidFill>
            <a:srgbClr val="1A5A2A"/>
          </a:solidFill>
          <a:ln w="12700">
            <a:solidFill>
              <a:srgbClr val="48BB7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0" name="Text 38"/>
          <p:cNvSpPr/>
          <p:nvPr/>
        </p:nvSpPr>
        <p:spPr>
          <a:xfrm>
            <a:off x="274320" y="4590288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48B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AssemblyAI universal-3-pro · Transcripción + diarización nativa · $0.012/min  |  Groq Whisper · fallback si no hay ASSEMBLYAI_API_KEY</a:t>
            </a:r>
            <a:endParaRPr lang="en-US" sz="850"/>
          </a:p>
        </p:txBody>
      </p:sp>
      <p:sp>
        <p:nvSpPr>
          <p:cNvPr id="41" name="Shape 39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060E1A"/>
          </a:solidFill>
          <a:ln w="12700">
            <a:solidFill>
              <a:srgbClr val="060E1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2" name="Text 40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8B9DC3"/>
                </a:solidFill>
              </a:rPr>
              <a:t>CENTAURO · Arquitectura Técnica · OBS Business School · BI Team 2026</a:t>
            </a:r>
            <a:endParaRPr lang="en-US" sz="10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4572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686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kern="0" spc="20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 · REPORTE FINAL PDF · FPDF </a:t>
            </a:r>
            <a:endParaRPr lang="en-US" sz="2100"/>
          </a:p>
        </p:txBody>
      </p:sp>
      <p:sp>
        <p:nvSpPr>
          <p:cNvPr id="5" name="Text 3"/>
          <p:cNvSpPr/>
          <p:nvPr/>
        </p:nvSpPr>
        <p:spPr>
          <a:xfrm>
            <a:off x="274320" y="9144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Secciones del PDF generado</a:t>
            </a:r>
            <a:endParaRPr lang="en-US" sz="1100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4846320" cy="576072"/>
          </a:xfrm>
          <a:prstGeom prst="rect">
            <a:avLst/>
          </a:prstGeom>
          <a:solidFill>
            <a:srgbClr val="1E2A5A"/>
          </a:solidFill>
          <a:ln w="6350">
            <a:solidFill>
              <a:srgbClr val="8B9DC3"/>
            </a:solidFill>
            <a:prstDash val="solid"/>
          </a:ln>
          <a:effectLst>
            <a:outerShdw blurRad="889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384048" y="126187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Cabecera</a:t>
            </a:r>
            <a:endParaRPr lang="en-US" sz="1050"/>
          </a:p>
        </p:txBody>
      </p:sp>
      <p:sp>
        <p:nvSpPr>
          <p:cNvPr id="8" name="Text 6"/>
          <p:cNvSpPr/>
          <p:nvPr/>
        </p:nvSpPr>
        <p:spPr>
          <a:xfrm>
            <a:off x="384048" y="1527048"/>
            <a:ext cx="4663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CENTAURO AUDIT · Asesor · Archivo · Timestamp · Modelo V5.0</a:t>
            </a:r>
            <a:endParaRPr lang="en-US" sz="850"/>
          </a:p>
        </p:txBody>
      </p:sp>
      <p:sp>
        <p:nvSpPr>
          <p:cNvPr id="9" name="Shape 7"/>
          <p:cNvSpPr/>
          <p:nvPr/>
        </p:nvSpPr>
        <p:spPr>
          <a:xfrm>
            <a:off x="274320" y="1874520"/>
            <a:ext cx="4846320" cy="576072"/>
          </a:xfrm>
          <a:prstGeom prst="rect">
            <a:avLst/>
          </a:prstGeom>
          <a:solidFill>
            <a:srgbClr val="1A3A1A"/>
          </a:solidFill>
          <a:ln w="6350">
            <a:solidFill>
              <a:srgbClr val="8B9DC3"/>
            </a:solidFill>
            <a:prstDash val="solid"/>
          </a:ln>
          <a:effectLst>
            <a:outerShdw blurRad="889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384048" y="190195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del Lead</a:t>
            </a:r>
            <a:endParaRPr lang="en-US" sz="1050"/>
          </a:p>
        </p:txBody>
      </p:sp>
      <p:sp>
        <p:nvSpPr>
          <p:cNvPr id="11" name="Text 9"/>
          <p:cNvSpPr/>
          <p:nvPr/>
        </p:nvSpPr>
        <p:spPr>
          <a:xfrm>
            <a:off x="384048" y="2167128"/>
            <a:ext cx="4663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· Objetivo · Factor determinante · Barreras · Seguimiento</a:t>
            </a:r>
            <a:endParaRPr lang="en-US" sz="850"/>
          </a:p>
        </p:txBody>
      </p:sp>
      <p:sp>
        <p:nvSpPr>
          <p:cNvPr id="12" name="Shape 10"/>
          <p:cNvSpPr/>
          <p:nvPr/>
        </p:nvSpPr>
        <p:spPr>
          <a:xfrm>
            <a:off x="274320" y="2514600"/>
            <a:ext cx="4846320" cy="576072"/>
          </a:xfrm>
          <a:prstGeom prst="rect">
            <a:avLst/>
          </a:prstGeom>
          <a:solidFill>
            <a:srgbClr val="3A1A1A"/>
          </a:solidFill>
          <a:ln w="6350">
            <a:solidFill>
              <a:srgbClr val="8B9DC3"/>
            </a:solidFill>
            <a:prstDash val="solid"/>
          </a:ln>
          <a:effectLst>
            <a:outerShdw blurRad="889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384048" y="254203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Tarjetas Evaluación</a:t>
            </a:r>
            <a:endParaRPr lang="en-US" sz="1050"/>
          </a:p>
        </p:txBody>
      </p:sp>
      <p:sp>
        <p:nvSpPr>
          <p:cNvPr id="14" name="Text 12"/>
          <p:cNvSpPr/>
          <p:nvPr/>
        </p:nvSpPr>
        <p:spPr>
          <a:xfrm>
            <a:off x="384048" y="2807208"/>
            <a:ext cx="4663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· Calificación badge · Observabilidad · Confianza · Evidencias · Razonamiento · Recomendación</a:t>
            </a:r>
            <a:endParaRPr lang="en-US" sz="850"/>
          </a:p>
        </p:txBody>
      </p:sp>
      <p:sp>
        <p:nvSpPr>
          <p:cNvPr id="15" name="Shape 13"/>
          <p:cNvSpPr/>
          <p:nvPr/>
        </p:nvSpPr>
        <p:spPr>
          <a:xfrm>
            <a:off x="274320" y="3154680"/>
            <a:ext cx="4846320" cy="576072"/>
          </a:xfrm>
          <a:prstGeom prst="rect">
            <a:avLst/>
          </a:prstGeom>
          <a:solidFill>
            <a:srgbClr val="2A1A3A"/>
          </a:solidFill>
          <a:ln w="6350">
            <a:solidFill>
              <a:srgbClr val="8B9DC3"/>
            </a:solidFill>
            <a:prstDash val="solid"/>
          </a:ln>
          <a:effectLst>
            <a:outerShdw blurRad="889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384048" y="318211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Global</a:t>
            </a:r>
            <a:endParaRPr lang="en-US" sz="1050"/>
          </a:p>
        </p:txBody>
      </p:sp>
      <p:sp>
        <p:nvSpPr>
          <p:cNvPr id="17" name="Text 15"/>
          <p:cNvSpPr/>
          <p:nvPr/>
        </p:nvSpPr>
        <p:spPr>
          <a:xfrm>
            <a:off x="384048" y="3447288"/>
            <a:ext cx="4663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Calificación global (mayoría) · Distribución MALO/MEJORABLE/BUENO · Áreas mejora · Notas Sheriff</a:t>
            </a:r>
            <a:endParaRPr lang="en-US" sz="850"/>
          </a:p>
        </p:txBody>
      </p:sp>
      <p:sp>
        <p:nvSpPr>
          <p:cNvPr id="18" name="Shape 16"/>
          <p:cNvSpPr/>
          <p:nvPr/>
        </p:nvSpPr>
        <p:spPr>
          <a:xfrm>
            <a:off x="274320" y="3794760"/>
            <a:ext cx="4846320" cy="576072"/>
          </a:xfrm>
          <a:prstGeom prst="rect">
            <a:avLst/>
          </a:prstGeom>
          <a:solidFill>
            <a:srgbClr val="1A1A2A"/>
          </a:solidFill>
          <a:ln w="6350">
            <a:solidFill>
              <a:srgbClr val="8B9DC3"/>
            </a:solidFill>
            <a:prstDash val="solid"/>
          </a:ln>
          <a:effectLst>
            <a:outerShdw blurRad="889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384048" y="382219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Footer</a:t>
            </a:r>
            <a:endParaRPr lang="en-US" sz="1050"/>
          </a:p>
        </p:txBody>
      </p:sp>
      <p:sp>
        <p:nvSpPr>
          <p:cNvPr id="20" name="Text 18"/>
          <p:cNvSpPr/>
          <p:nvPr/>
        </p:nvSpPr>
        <p:spPr>
          <a:xfrm>
            <a:off x="384048" y="4087368"/>
            <a:ext cx="4663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 de página · OBS Business School</a:t>
            </a:r>
            <a:endParaRPr lang="en-US" sz="850"/>
          </a:p>
        </p:txBody>
      </p:sp>
      <p:sp>
        <p:nvSpPr>
          <p:cNvPr id="21" name="Text 19"/>
          <p:cNvSpPr/>
          <p:nvPr/>
        </p:nvSpPr>
        <p:spPr>
          <a:xfrm>
            <a:off x="5394960" y="9144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de Calificación Ordinal</a:t>
            </a:r>
            <a:endParaRPr lang="en-US" sz="1100"/>
          </a:p>
        </p:txBody>
      </p:sp>
      <p:sp>
        <p:nvSpPr>
          <p:cNvPr id="22" name="Shape 20"/>
          <p:cNvSpPr/>
          <p:nvPr/>
        </p:nvSpPr>
        <p:spPr>
          <a:xfrm>
            <a:off x="5394960" y="1234440"/>
            <a:ext cx="3474720" cy="548640"/>
          </a:xfrm>
          <a:prstGeom prst="rect">
            <a:avLst/>
          </a:prstGeom>
          <a:solidFill>
            <a:srgbClr val="2A8A4A"/>
          </a:solidFill>
          <a:ln w="12700">
            <a:solidFill>
              <a:srgbClr val="2A8A4A"/>
            </a:solidFill>
            <a:prstDash val="solid"/>
          </a:ln>
          <a:effectLst>
            <a:outerShdw blurRad="889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5394960" y="125272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BUENO</a:t>
            </a:r>
            <a:endParaRPr lang="en-US" sz="1400"/>
          </a:p>
        </p:txBody>
      </p:sp>
      <p:sp>
        <p:nvSpPr>
          <p:cNvPr id="24" name="Text 22"/>
          <p:cNvSpPr/>
          <p:nvPr/>
        </p:nvSpPr>
        <p:spPr>
          <a:xfrm>
            <a:off x="5394960" y="155448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Verde · Mayoría simple · Confianza alta</a:t>
            </a:r>
            <a:endParaRPr lang="en-US" sz="850"/>
          </a:p>
        </p:txBody>
      </p:sp>
      <p:sp>
        <p:nvSpPr>
          <p:cNvPr id="25" name="Shape 23"/>
          <p:cNvSpPr/>
          <p:nvPr/>
        </p:nvSpPr>
        <p:spPr>
          <a:xfrm>
            <a:off x="5394960" y="1856232"/>
            <a:ext cx="3474720" cy="548640"/>
          </a:xfrm>
          <a:prstGeom prst="rect">
            <a:avLst/>
          </a:prstGeom>
          <a:solidFill>
            <a:srgbClr val="8A6A00"/>
          </a:solidFill>
          <a:ln w="12700">
            <a:solidFill>
              <a:srgbClr val="8A6A00"/>
            </a:solidFill>
            <a:prstDash val="solid"/>
          </a:ln>
          <a:effectLst>
            <a:outerShdw blurRad="889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6" name="Text 24"/>
          <p:cNvSpPr/>
          <p:nvPr/>
        </p:nvSpPr>
        <p:spPr>
          <a:xfrm>
            <a:off x="5394960" y="187452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MEJORABLE</a:t>
            </a:r>
            <a:endParaRPr lang="en-US" sz="1400"/>
          </a:p>
        </p:txBody>
      </p:sp>
      <p:sp>
        <p:nvSpPr>
          <p:cNvPr id="27" name="Text 25"/>
          <p:cNvSpPr/>
          <p:nvPr/>
        </p:nvSpPr>
        <p:spPr>
          <a:xfrm>
            <a:off x="5394960" y="217627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Amarillo · Mayoría simple</a:t>
            </a:r>
            <a:endParaRPr lang="en-US" sz="850"/>
          </a:p>
        </p:txBody>
      </p:sp>
      <p:sp>
        <p:nvSpPr>
          <p:cNvPr id="28" name="Shape 26"/>
          <p:cNvSpPr/>
          <p:nvPr/>
        </p:nvSpPr>
        <p:spPr>
          <a:xfrm>
            <a:off x="5394960" y="2478024"/>
            <a:ext cx="3474720" cy="548640"/>
          </a:xfrm>
          <a:prstGeom prst="rect">
            <a:avLst/>
          </a:prstGeom>
          <a:solidFill>
            <a:srgbClr val="8A1A1A"/>
          </a:solidFill>
          <a:ln w="12700">
            <a:solidFill>
              <a:srgbClr val="8A1A1A"/>
            </a:solidFill>
            <a:prstDash val="solid"/>
          </a:ln>
          <a:effectLst>
            <a:outerShdw blurRad="889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9" name="Text 27"/>
          <p:cNvSpPr/>
          <p:nvPr/>
        </p:nvSpPr>
        <p:spPr>
          <a:xfrm>
            <a:off x="5394960" y="249631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MALO</a:t>
            </a:r>
            <a:endParaRPr lang="en-US" sz="1400"/>
          </a:p>
        </p:txBody>
      </p:sp>
      <p:sp>
        <p:nvSpPr>
          <p:cNvPr id="30" name="Text 28"/>
          <p:cNvSpPr/>
          <p:nvPr/>
        </p:nvSpPr>
        <p:spPr>
          <a:xfrm>
            <a:off x="5394960" y="2798064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Rojo · Mayoría simple</a:t>
            </a:r>
            <a:endParaRPr lang="en-US" sz="850"/>
          </a:p>
        </p:txBody>
      </p:sp>
      <p:sp>
        <p:nvSpPr>
          <p:cNvPr id="31" name="Shape 29"/>
          <p:cNvSpPr/>
          <p:nvPr/>
        </p:nvSpPr>
        <p:spPr>
          <a:xfrm>
            <a:off x="5394960" y="3099816"/>
            <a:ext cx="3474720" cy="548640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  <a:effectLst>
            <a:outerShdw blurRad="889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2" name="Text 30"/>
          <p:cNvSpPr/>
          <p:nvPr/>
        </p:nvSpPr>
        <p:spPr>
          <a:xfrm>
            <a:off x="5394960" y="311810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 OBSERVABLE</a:t>
            </a:r>
            <a:endParaRPr lang="en-US" sz="1400"/>
          </a:p>
        </p:txBody>
      </p:sp>
      <p:sp>
        <p:nvSpPr>
          <p:cNvPr id="33" name="Text 31"/>
          <p:cNvSpPr/>
          <p:nvPr/>
        </p:nvSpPr>
        <p:spPr>
          <a:xfrm>
            <a:off x="5394960" y="3419856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Gris · Sin evidencia suficiente</a:t>
            </a:r>
            <a:endParaRPr lang="en-US" sz="850"/>
          </a:p>
        </p:txBody>
      </p:sp>
      <p:sp>
        <p:nvSpPr>
          <p:cNvPr id="34" name="Shape 32"/>
          <p:cNvSpPr/>
          <p:nvPr/>
        </p:nvSpPr>
        <p:spPr>
          <a:xfrm>
            <a:off x="5394960" y="3749040"/>
            <a:ext cx="3474720" cy="658368"/>
          </a:xfrm>
          <a:prstGeom prst="rect">
            <a:avLst/>
          </a:prstGeom>
          <a:solidFill>
            <a:srgbClr val="3A2A00"/>
          </a:solidFill>
          <a:ln w="12700">
            <a:solidFill>
              <a:srgbClr val="F6AD5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5" name="Text 33"/>
          <p:cNvSpPr/>
          <p:nvPr/>
        </p:nvSpPr>
        <p:spPr>
          <a:xfrm>
            <a:off x="5486400" y="377647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6A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Sheriff Penalty:</a:t>
            </a:r>
            <a:endParaRPr lang="en-US" sz="1000"/>
          </a:p>
        </p:txBody>
      </p:sp>
      <p:sp>
        <p:nvSpPr>
          <p:cNvPr id="36" name="Text 34"/>
          <p:cNvSpPr/>
          <p:nvPr/>
        </p:nvSpPr>
        <p:spPr>
          <a:xfrm>
            <a:off x="5486400" y="4041648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DDB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 &lt;30% verificable → baja automáticamente un nivel de calificación</a:t>
            </a:r>
            <a:endParaRPr lang="en-US" sz="900"/>
          </a:p>
        </p:txBody>
      </p:sp>
      <p:sp>
        <p:nvSpPr>
          <p:cNvPr id="37" name="Shape 35"/>
          <p:cNvSpPr/>
          <p:nvPr/>
        </p:nvSpPr>
        <p:spPr>
          <a:xfrm>
            <a:off x="274320" y="4526280"/>
            <a:ext cx="8595360" cy="237744"/>
          </a:xfrm>
          <a:prstGeom prst="rect">
            <a:avLst/>
          </a:prstGeom>
          <a:solidFill>
            <a:srgbClr val="001A1A"/>
          </a:solidFill>
          <a:ln w="635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8" name="Text 36"/>
          <p:cNvSpPr/>
          <p:nvPr/>
        </p:nvSpPr>
        <p:spPr>
          <a:xfrm>
            <a:off x="365760" y="4526280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control_gastos.csv: timestamp · usuario · archivo · modelo · tokens prompt/cached/completion · coste USD — cada llamada API</a:t>
            </a:r>
            <a:endParaRPr lang="en-US" sz="850"/>
          </a:p>
        </p:txBody>
      </p:sp>
      <p:sp>
        <p:nvSpPr>
          <p:cNvPr id="39" name="Shape 37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060E1A"/>
          </a:solidFill>
          <a:ln w="12700">
            <a:solidFill>
              <a:srgbClr val="060E1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0" name="Text 38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8B9DC3"/>
                </a:solidFill>
              </a:rPr>
              <a:t>CENTAURO · Arquitectura Técnica · OBS Business School · BI Team 2026</a:t>
            </a:r>
            <a:endParaRPr lang="en-US" sz="10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4572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686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kern="0" spc="20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STACK TÉCNICO COMPLETO</a:t>
            </a:r>
            <a:endParaRPr lang="en-US" sz="2100"/>
          </a:p>
        </p:txBody>
      </p:sp>
      <p:graphicFrame>
        <p:nvGraphicFramePr>
          <p:cNvPr id="11" name="Table 0"/>
          <p:cNvGraphicFramePr>
            <a:graphicFrameLocks noGrp="1"/>
          </p:cNvGraphicFramePr>
          <p:nvPr/>
        </p:nvGraphicFramePr>
        <p:xfrm>
          <a:off x="274320" y="914400"/>
          <a:ext cx="8503920" cy="3822196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301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Componente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Tecnología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Propósito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2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301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AABB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Transcripción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AABB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AssemblyAI · universal-3-pro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AABB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Audio MP4/MP3 → Texto + diarización nativa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AABB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Ingesta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301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D0E0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Diarización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D0E0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DiarizationAgent + gpt-4o-mini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D0E0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Mapea Speaker_A/B → ASESOR/LEAD (7 formatos)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D0E0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Análisis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301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AABB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Evaluación crítica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AABB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gpt-5-mini (OpenAI)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AABB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bloques individuales · máx. calidad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AABB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 Core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301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D0E0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Evaluación batch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D0E0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gpt-5-mini · 1 call=2 agentes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D0E0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PropuestaValor+Estilo · 45% tokens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D0E0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Optimización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301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AABB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AABB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ChromaDB + text-emb-3-small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AABB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colecciones · query dinámica por bloque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AABB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Conocimiento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301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D0E0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de datos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D0E0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Supabase (PostgreSQL hosted)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D0E0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Asesores · Evaluaciones · Oportunidades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D0E0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Persistencia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301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AABB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Autenticación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AABB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PBKDF2-SHA256 · 260k iter.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AABB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Usuarios con roles · timing-attack safe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AABB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Seguridad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301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D0E0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Privacidad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D0E0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Regex PII redaction (Python)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D0E0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Email, DNI, NIE, IBAN, Teléfono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D0E0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Seguridad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301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AABB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Anti-alucinación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AABB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Sheriff + rapidfuzz 85%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AABB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 evidencias citadas por LLMs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AABB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Calidad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301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D0E0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Audio features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D0E0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librosa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D0E0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 energy · BPM · silences → EstiloAgent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D0E0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Análisis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301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AABB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Reporte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AABB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FPDF · ModernReport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AABB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PDF con tarjetas · calificación ordinal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AABB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301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D0E0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D0E0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Chainlit + gpt-4o-mini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D0E0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Consultas conversacionales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D0E0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UX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301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AABB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Sync CRM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AABB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 Automate → Supabase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AABB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Oportunidades Fabric→Supabase · diario 6am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AABB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Integración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060E1A"/>
          </a:solidFill>
          <a:ln w="12700">
            <a:solidFill>
              <a:srgbClr val="060E1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4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8B9DC3"/>
                </a:solidFill>
              </a:rPr>
              <a:t>CENTAURO · Arquitectura Técnica · OBS Business School · BI Team 2026</a:t>
            </a:r>
            <a:endParaRPr lang="en-US" sz="1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62BD1A1B5CAC249A95BCCCA1576DD25" ma:contentTypeVersion="15" ma:contentTypeDescription="Create a new document." ma:contentTypeScope="" ma:versionID="95d80e3e9b41a0cd0f31651385762a39">
  <xsd:schema xmlns:xsd="http://www.w3.org/2001/XMLSchema" xmlns:xs="http://www.w3.org/2001/XMLSchema" xmlns:p="http://schemas.microsoft.com/office/2006/metadata/properties" xmlns:ns2="e4f8e1ef-7590-4615-a0b0-41d92864fb7e" xmlns:ns3="396b9688-3d64-4f4f-b40d-59fd809f50b1" targetNamespace="http://schemas.microsoft.com/office/2006/metadata/properties" ma:root="true" ma:fieldsID="0c785e827d86c3245c0f7c251e0c72c1" ns2:_="" ns3:_="">
    <xsd:import namespace="e4f8e1ef-7590-4615-a0b0-41d92864fb7e"/>
    <xsd:import namespace="396b9688-3d64-4f4f-b40d-59fd809f50b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SearchProperties" minOccurs="0"/>
                <xsd:element ref="ns2:MediaServiceDateTaken" minOccurs="0"/>
                <xsd:element ref="ns2:MediaLengthInSecond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4f8e1ef-7590-4615-a0b0-41d92864fb7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0e055066-1d0b-4836-b0e5-54071a0012a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2" nillable="true" ma:displayName="Location" ma:description="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96b9688-3d64-4f4f-b40d-59fd809f50b1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7" nillable="true" ma:displayName="Taxonomy Catch All Column" ma:hidden="true" ma:list="{2bc5e357-ab1f-46ac-95c6-94fe6785f860}" ma:internalName="TaxCatchAll" ma:showField="CatchAllData" ma:web="396b9688-3d64-4f4f-b40d-59fd809f50b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96b9688-3d64-4f4f-b40d-59fd809f50b1" xsi:nil="true"/>
    <lcf76f155ced4ddcb4097134ff3c332f xmlns="e4f8e1ef-7590-4615-a0b0-41d92864fb7e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4CD7EA1-A3F3-4DE3-9532-93EF8C3B0F57}">
  <ds:schemaRefs>
    <ds:schemaRef ds:uri="396b9688-3d64-4f4f-b40d-59fd809f50b1"/>
    <ds:schemaRef ds:uri="e4f8e1ef-7590-4615-a0b0-41d92864fb7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151CBC9A-53EA-4B2A-8034-6880BCCDADDD}">
  <ds:schemaRefs>
    <ds:schemaRef ds:uri="396b9688-3d64-4f4f-b40d-59fd809f50b1"/>
    <ds:schemaRef ds:uri="e4f8e1ef-7590-4615-a0b0-41d92864fb7e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BC2E3FB8-BB48-4253-BDE5-AC1E03ABCDC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34</Slides>
  <Notes>31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5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Proyecto Centauro - Presentación Comercial</dc:title>
  <dc:subject>PptxGenJS Presentation</dc:subject>
  <dc:creator>Grupo Planeta BI</dc:creator>
  <cp:revision>1</cp:revision>
  <dcterms:created xsi:type="dcterms:W3CDTF">2026-04-29T22:48:56Z</dcterms:created>
  <dcterms:modified xsi:type="dcterms:W3CDTF">2026-05-04T09:59:58Z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0x010100A62BD1A1B5CAC249A95BCCCA1576DD25</vt:lpwstr>
  </property>
  <property fmtid="{D5CDD505-2E9C-101B-9397-08002B2CF9AE}" pid="3" name="MediaServiceImageTags">
    <vt:lpwstr/>
  </property>
</Properties>
</file>